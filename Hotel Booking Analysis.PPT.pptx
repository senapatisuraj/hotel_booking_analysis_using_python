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2" r:id="rId27"/>
    <p:sldId id="283" r:id="rId28"/>
    <p:sldId id="284" r:id="rId29"/>
    <p:sldId id="285" r:id="rId30"/>
    <p:sldId id="286" r:id="rId31"/>
  </p:sldIdLst>
  <p:sldSz cx="9144000" cy="5143500" type="screen16x9"/>
  <p:notesSz cx="6858000" cy="9144000"/>
  <p:embeddedFontLst>
    <p:embeddedFont>
      <p:font typeface="ACADEMY ENGRAVED LET PLAIN:1.0" panose="02000000000000000000" pitchFamily="2" charset="0"/>
      <p:regular r:id="rId33"/>
    </p:embeddedFont>
    <p:embeddedFont>
      <p:font typeface="Anton" pitchFamily="2" charset="77"/>
      <p:regular r:id="rId34"/>
    </p:embeddedFont>
    <p:embeddedFont>
      <p:font typeface="Arimo" panose="020B0604020202020204" pitchFamily="34" charset="0"/>
      <p:regular r:id="rId35"/>
      <p:bold r:id="rId36"/>
      <p:italic r:id="rId37"/>
      <p:boldItalic r:id="rId38"/>
    </p:embeddedFont>
    <p:embeddedFont>
      <p:font typeface="Bernard MT Condensed" panose="02050806060905020404" pitchFamily="18" charset="77"/>
      <p:regular r:id="rId39"/>
    </p:embeddedFont>
    <p:embeddedFont>
      <p:font typeface="Montserrat" pitchFamily="2" charset="77"/>
      <p:regular r:id="rId40"/>
      <p:bold r:id="rId41"/>
      <p:italic r:id="rId42"/>
      <p:boldItalic r:id="rId43"/>
    </p:embeddedFont>
    <p:embeddedFont>
      <p:font typeface="Playfair Display" pitchFamily="2" charset="77"/>
      <p:regular r:id="rId44"/>
      <p:bold r:id="rId45"/>
      <p:italic r:id="rId46"/>
      <p:boldItalic r:id="rId47"/>
    </p:embeddedFont>
    <p:embeddedFont>
      <p:font typeface="PT Sans" panose="020B0503020203020204" pitchFamily="34" charset="77"/>
      <p:regular r:id="rId48"/>
      <p:bold r:id="rId49"/>
      <p:italic r:id="rId50"/>
      <p:boldItalic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4E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C9BF7BA-3923-4384-9BA0-53E952FD6A72}">
  <a:tblStyle styleId="{BC9BF7BA-3923-4384-9BA0-53E952FD6A7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44"/>
    <p:restoredTop sz="94756"/>
  </p:normalViewPr>
  <p:slideViewPr>
    <p:cSldViewPr snapToGrid="0">
      <p:cViewPr varScale="1">
        <p:scale>
          <a:sx n="145" d="100"/>
          <a:sy n="145" d="100"/>
        </p:scale>
        <p:origin x="176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font" Target="fonts/font15.fntdata"/><Relationship Id="rId50" Type="http://schemas.openxmlformats.org/officeDocument/2006/relationships/font" Target="fonts/font18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font" Target="fonts/font13.fntdata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2.fntdata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font" Target="fonts/font16.fntdata"/><Relationship Id="rId8" Type="http://schemas.openxmlformats.org/officeDocument/2006/relationships/slide" Target="slides/slide7.xml"/><Relationship Id="rId51" Type="http://schemas.openxmlformats.org/officeDocument/2006/relationships/font" Target="fonts/font19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font" Target="fonts/font14.fntdata"/><Relationship Id="rId20" Type="http://schemas.openxmlformats.org/officeDocument/2006/relationships/slide" Target="slides/slide19.xml"/><Relationship Id="rId41" Type="http://schemas.openxmlformats.org/officeDocument/2006/relationships/font" Target="fonts/font9.fntdata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49" Type="http://schemas.openxmlformats.org/officeDocument/2006/relationships/font" Target="fonts/font1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1615ef1f6c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1615ef1f6c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f080b61eb8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4" name="Google Shape;864;gf080b61eb8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102a117a58f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102a117a58f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1de77e750c5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1de77e750c5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146b5086125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9" name="Google Shape;899;g146b5086125_0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1de77e750c5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1de77e750c5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1de77e750c5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1de77e750c5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1de77e750c5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1de77e750c5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1cfe86d3df9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1cfe86d3df9_2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1de77e750c5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9" name="Google Shape;929;g1de77e750c5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1cfe86d3df9_2_3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" name="Google Shape;955;g1cfe86d3df9_2_3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1cfe86d3df9_2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3" name="Google Shape;963;g1cfe86d3df9_2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1cfe86d3df9_2_4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0" name="Google Shape;970;g1cfe86d3df9_2_4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g1cfe86d3df9_2_3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8" name="Google Shape;978;g1cfe86d3df9_2_3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1b23000c45a_0_10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6" name="Google Shape;986;g1b23000c45a_0_10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1cfe86d3df9_2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1cfe86d3df9_2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g1cfe86d3df9_2_4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5" name="Google Shape;1005;g1cfe86d3df9_2_4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g1b23000c45a_0_1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3" name="Google Shape;1013;g1b23000c45a_0_1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1cfe86d3df9_2_5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1" name="Google Shape;1021;g1cfe86d3df9_2_5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219772e8ff1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219772e8ff1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219772e8ff1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5" name="Google Shape;1035;g219772e8ff1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g219772e8ff1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2" name="Google Shape;1042;g219772e8ff1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g219772e8ff1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9" name="Google Shape;1049;g219772e8ff1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g219772e8ff1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7" name="Google Shape;1057;g219772e8ff1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g219772e8ff1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5" name="Google Shape;1065;g219772e8ff1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g219772e8ff1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0" name="Google Shape;1080;g219772e8ff1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g219772e8ff1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7" name="Google Shape;1087;g219772e8ff1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g1cfe86d3df9_2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5" name="Google Shape;1095;g1cfe86d3df9_2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1cfe86d3df9_2_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1" name="Google Shape;1101;g1cfe86d3df9_2_2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g1cfe86d3df9_2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8" name="Google Shape;1108;g1cfe86d3df9_2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hyperlink" Target="http://bit.ly/2TtBDfr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bit.ly/2TyoMsr" TargetMode="External"/><Relationship Id="rId5" Type="http://schemas.openxmlformats.org/officeDocument/2006/relationships/hyperlink" Target="http://bit.ly/2Tynxth" TargetMode="External"/><Relationship Id="rId4" Type="http://schemas.openxmlformats.org/officeDocument/2006/relationships/image" Target="../media/image2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52325" y="3969375"/>
            <a:ext cx="9239100" cy="121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>
            <a:off x="-50" y="4608400"/>
            <a:ext cx="9144051" cy="587250"/>
            <a:chOff x="124550" y="4556250"/>
            <a:chExt cx="9144051" cy="587250"/>
          </a:xfrm>
        </p:grpSpPr>
        <p:pic>
          <p:nvPicPr>
            <p:cNvPr id="11" name="Google Shape;11;p2"/>
            <p:cNvPicPr preferRelativeResize="0"/>
            <p:nvPr/>
          </p:nvPicPr>
          <p:blipFill rotWithShape="1">
            <a:blip r:embed="rId2">
              <a:alphaModFix amt="33000"/>
            </a:blip>
            <a:srcRect l="3975" t="62490"/>
            <a:stretch/>
          </p:blipFill>
          <p:spPr>
            <a:xfrm>
              <a:off x="124550" y="4556250"/>
              <a:ext cx="3006501" cy="587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12;p2"/>
            <p:cNvPicPr preferRelativeResize="0"/>
            <p:nvPr/>
          </p:nvPicPr>
          <p:blipFill rotWithShape="1">
            <a:blip r:embed="rId2">
              <a:alphaModFix amt="33000"/>
            </a:blip>
            <a:srcRect t="62490"/>
            <a:stretch/>
          </p:blipFill>
          <p:spPr>
            <a:xfrm>
              <a:off x="3131050" y="4556250"/>
              <a:ext cx="3131049" cy="587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13;p2"/>
            <p:cNvPicPr preferRelativeResize="0"/>
            <p:nvPr/>
          </p:nvPicPr>
          <p:blipFill rotWithShape="1">
            <a:blip r:embed="rId2">
              <a:alphaModFix amt="33000"/>
            </a:blip>
            <a:srcRect t="62490" r="3975"/>
            <a:stretch/>
          </p:blipFill>
          <p:spPr>
            <a:xfrm>
              <a:off x="6262100" y="4556250"/>
              <a:ext cx="3006501" cy="5872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" name="Google Shape;14;p2"/>
          <p:cNvGrpSpPr/>
          <p:nvPr/>
        </p:nvGrpSpPr>
        <p:grpSpPr>
          <a:xfrm>
            <a:off x="6436250" y="292300"/>
            <a:ext cx="1013997" cy="485605"/>
            <a:chOff x="6436250" y="292300"/>
            <a:chExt cx="1013997" cy="485605"/>
          </a:xfrm>
        </p:grpSpPr>
        <p:sp>
          <p:nvSpPr>
            <p:cNvPr id="15" name="Google Shape;15;p2"/>
            <p:cNvSpPr/>
            <p:nvPr/>
          </p:nvSpPr>
          <p:spPr>
            <a:xfrm>
              <a:off x="6436250" y="292300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748749" y="292300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7061248" y="292300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7373747" y="292300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436250" y="496853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6748749" y="496853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7061248" y="496853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373747" y="496853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6436250" y="701405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6748749" y="701405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7061248" y="701405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7373747" y="701405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" name="Google Shape;27;p2"/>
          <p:cNvGrpSpPr/>
          <p:nvPr/>
        </p:nvGrpSpPr>
        <p:grpSpPr>
          <a:xfrm>
            <a:off x="8115523" y="4140560"/>
            <a:ext cx="586898" cy="298520"/>
            <a:chOff x="384348" y="1648460"/>
            <a:chExt cx="586898" cy="298520"/>
          </a:xfrm>
        </p:grpSpPr>
        <p:sp>
          <p:nvSpPr>
            <p:cNvPr id="28" name="Google Shape;28;p2"/>
            <p:cNvSpPr/>
            <p:nvPr/>
          </p:nvSpPr>
          <p:spPr>
            <a:xfrm>
              <a:off x="384348" y="1648460"/>
              <a:ext cx="63900" cy="63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45847" y="1648460"/>
              <a:ext cx="63900" cy="63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907346" y="1648460"/>
              <a:ext cx="63900" cy="63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384348" y="1883080"/>
              <a:ext cx="63900" cy="63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645847" y="1883080"/>
              <a:ext cx="63900" cy="63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907346" y="1883080"/>
              <a:ext cx="63900" cy="63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" name="Google Shape;34;p2"/>
          <p:cNvGrpSpPr/>
          <p:nvPr/>
        </p:nvGrpSpPr>
        <p:grpSpPr>
          <a:xfrm>
            <a:off x="5246650" y="292300"/>
            <a:ext cx="1013997" cy="485605"/>
            <a:chOff x="6436250" y="292300"/>
            <a:chExt cx="1013997" cy="485605"/>
          </a:xfrm>
        </p:grpSpPr>
        <p:sp>
          <p:nvSpPr>
            <p:cNvPr id="35" name="Google Shape;35;p2"/>
            <p:cNvSpPr/>
            <p:nvPr/>
          </p:nvSpPr>
          <p:spPr>
            <a:xfrm>
              <a:off x="6436250" y="292300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6748749" y="292300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7061248" y="292300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7373747" y="292300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6436250" y="496853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6748749" y="496853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7061248" y="496853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7373747" y="496853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6436250" y="701405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6748749" y="701405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7061248" y="701405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7373747" y="701405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2"/>
          <p:cNvSpPr txBox="1">
            <a:spLocks noGrp="1"/>
          </p:cNvSpPr>
          <p:nvPr>
            <p:ph type="ctrTitle"/>
          </p:nvPr>
        </p:nvSpPr>
        <p:spPr>
          <a:xfrm>
            <a:off x="1378325" y="1328475"/>
            <a:ext cx="6387300" cy="205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100"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2"/>
          <p:cNvSpPr txBox="1">
            <a:spLocks noGrp="1"/>
          </p:cNvSpPr>
          <p:nvPr>
            <p:ph type="subTitle" idx="1"/>
          </p:nvPr>
        </p:nvSpPr>
        <p:spPr>
          <a:xfrm>
            <a:off x="1398125" y="3301650"/>
            <a:ext cx="634770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3"/>
          <p:cNvPicPr preferRelativeResize="0"/>
          <p:nvPr/>
        </p:nvPicPr>
        <p:blipFill rotWithShape="1">
          <a:blip r:embed="rId2">
            <a:alphaModFix amt="16000"/>
          </a:blip>
          <a:srcRect l="-3241" t="31595" b="-1374"/>
          <a:stretch/>
        </p:blipFill>
        <p:spPr>
          <a:xfrm>
            <a:off x="6756150" y="-31725"/>
            <a:ext cx="2387850" cy="1613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" name="Google Shape;51;p3"/>
          <p:cNvGrpSpPr/>
          <p:nvPr/>
        </p:nvGrpSpPr>
        <p:grpSpPr>
          <a:xfrm>
            <a:off x="4065000" y="4365600"/>
            <a:ext cx="1013997" cy="485605"/>
            <a:chOff x="6436250" y="292300"/>
            <a:chExt cx="1013997" cy="485605"/>
          </a:xfrm>
        </p:grpSpPr>
        <p:sp>
          <p:nvSpPr>
            <p:cNvPr id="52" name="Google Shape;52;p3"/>
            <p:cNvSpPr/>
            <p:nvPr/>
          </p:nvSpPr>
          <p:spPr>
            <a:xfrm>
              <a:off x="6436250" y="292300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6748749" y="292300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7061248" y="292300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7373747" y="292300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6436250" y="496853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6748749" y="496853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7061248" y="496853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7373747" y="496853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6436250" y="701405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6748749" y="701405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7061248" y="701405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7373747" y="701405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" name="Google Shape;64;p3"/>
          <p:cNvGrpSpPr/>
          <p:nvPr/>
        </p:nvGrpSpPr>
        <p:grpSpPr>
          <a:xfrm>
            <a:off x="2884098" y="133710"/>
            <a:ext cx="586898" cy="298520"/>
            <a:chOff x="384348" y="1648460"/>
            <a:chExt cx="586898" cy="298520"/>
          </a:xfrm>
        </p:grpSpPr>
        <p:sp>
          <p:nvSpPr>
            <p:cNvPr id="65" name="Google Shape;65;p3"/>
            <p:cNvSpPr/>
            <p:nvPr/>
          </p:nvSpPr>
          <p:spPr>
            <a:xfrm>
              <a:off x="384348" y="1648460"/>
              <a:ext cx="63900" cy="63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645847" y="1648460"/>
              <a:ext cx="63900" cy="63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907346" y="1648460"/>
              <a:ext cx="63900" cy="63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384348" y="1883080"/>
              <a:ext cx="63900" cy="63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645847" y="1883080"/>
              <a:ext cx="63900" cy="63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907346" y="1883080"/>
              <a:ext cx="63900" cy="63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" name="Google Shape;71;p3"/>
          <p:cNvSpPr/>
          <p:nvPr/>
        </p:nvSpPr>
        <p:spPr>
          <a:xfrm rot="5400000">
            <a:off x="8256388" y="4046050"/>
            <a:ext cx="906300" cy="906600"/>
          </a:xfrm>
          <a:prstGeom prst="pie">
            <a:avLst>
              <a:gd name="adj1" fmla="val 0"/>
              <a:gd name="adj2" fmla="val 10849085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3"/>
          <p:cNvSpPr/>
          <p:nvPr/>
        </p:nvSpPr>
        <p:spPr>
          <a:xfrm rot="5400000">
            <a:off x="8704725" y="4046050"/>
            <a:ext cx="906300" cy="906600"/>
          </a:xfrm>
          <a:prstGeom prst="pie">
            <a:avLst>
              <a:gd name="adj1" fmla="val 0"/>
              <a:gd name="adj2" fmla="val 10849085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3"/>
          <p:cNvSpPr txBox="1">
            <a:spLocks noGrp="1"/>
          </p:cNvSpPr>
          <p:nvPr>
            <p:ph type="title"/>
          </p:nvPr>
        </p:nvSpPr>
        <p:spPr>
          <a:xfrm>
            <a:off x="3832275" y="2631775"/>
            <a:ext cx="4576800" cy="63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7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4" name="Google Shape;74;p3"/>
          <p:cNvSpPr txBox="1">
            <a:spLocks noGrp="1"/>
          </p:cNvSpPr>
          <p:nvPr>
            <p:ph type="title" idx="2" hasCustomPrompt="1"/>
          </p:nvPr>
        </p:nvSpPr>
        <p:spPr>
          <a:xfrm>
            <a:off x="6679775" y="1674175"/>
            <a:ext cx="1729200" cy="95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5" name="Google Shape;75;p3"/>
          <p:cNvSpPr txBox="1">
            <a:spLocks noGrp="1"/>
          </p:cNvSpPr>
          <p:nvPr>
            <p:ph type="subTitle" idx="1"/>
          </p:nvPr>
        </p:nvSpPr>
        <p:spPr>
          <a:xfrm>
            <a:off x="3832275" y="3160900"/>
            <a:ext cx="4576800" cy="435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body" type="tx">
  <p:cSld name="TITLE_AND_BODY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/>
          <p:cNvSpPr txBox="1">
            <a:spLocks noGrp="1"/>
          </p:cNvSpPr>
          <p:nvPr>
            <p:ph type="title"/>
          </p:nvPr>
        </p:nvSpPr>
        <p:spPr>
          <a:xfrm>
            <a:off x="749725" y="457200"/>
            <a:ext cx="7644600" cy="5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"/>
          <p:cNvSpPr txBox="1">
            <a:spLocks noGrp="1"/>
          </p:cNvSpPr>
          <p:nvPr>
            <p:ph type="body" idx="1"/>
          </p:nvPr>
        </p:nvSpPr>
        <p:spPr>
          <a:xfrm>
            <a:off x="749725" y="1174975"/>
            <a:ext cx="3822300" cy="248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79" name="Google Shape;79;p4"/>
          <p:cNvGrpSpPr/>
          <p:nvPr/>
        </p:nvGrpSpPr>
        <p:grpSpPr>
          <a:xfrm>
            <a:off x="-5275" y="0"/>
            <a:ext cx="462225" cy="5144901"/>
            <a:chOff x="0" y="0"/>
            <a:chExt cx="462225" cy="5144901"/>
          </a:xfrm>
        </p:grpSpPr>
        <p:pic>
          <p:nvPicPr>
            <p:cNvPr id="80" name="Google Shape;80;p4"/>
            <p:cNvPicPr preferRelativeResize="0"/>
            <p:nvPr/>
          </p:nvPicPr>
          <p:blipFill rotWithShape="1">
            <a:blip r:embed="rId2">
              <a:alphaModFix/>
            </a:blip>
            <a:srcRect t="62400"/>
            <a:stretch/>
          </p:blipFill>
          <p:spPr>
            <a:xfrm rot="5400000">
              <a:off x="-1703950" y="1703950"/>
              <a:ext cx="3870124" cy="462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4"/>
            <p:cNvPicPr preferRelativeResize="0"/>
            <p:nvPr/>
          </p:nvPicPr>
          <p:blipFill rotWithShape="1">
            <a:blip r:embed="rId2">
              <a:alphaModFix/>
            </a:blip>
            <a:srcRect t="62400" r="62552"/>
            <a:stretch/>
          </p:blipFill>
          <p:spPr>
            <a:xfrm rot="5400000">
              <a:off x="-493538" y="4189138"/>
              <a:ext cx="1449301" cy="4622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2" name="Google Shape;82;p4"/>
          <p:cNvPicPr preferRelativeResize="0"/>
          <p:nvPr/>
        </p:nvPicPr>
        <p:blipFill rotWithShape="1">
          <a:blip r:embed="rId3">
            <a:alphaModFix amt="16000"/>
          </a:blip>
          <a:srcRect l="10152" t="29169" b="30860"/>
          <a:stretch/>
        </p:blipFill>
        <p:spPr>
          <a:xfrm rot="-5400000">
            <a:off x="7992850" y="4057450"/>
            <a:ext cx="1593476" cy="708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96751" y="-1368175"/>
            <a:ext cx="2236275" cy="2236299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4"/>
          <p:cNvSpPr/>
          <p:nvPr/>
        </p:nvSpPr>
        <p:spPr>
          <a:xfrm>
            <a:off x="194125" y="4687950"/>
            <a:ext cx="1427400" cy="1427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" name="Google Shape;85;p4"/>
          <p:cNvGrpSpPr/>
          <p:nvPr/>
        </p:nvGrpSpPr>
        <p:grpSpPr>
          <a:xfrm>
            <a:off x="1034677" y="4866545"/>
            <a:ext cx="835432" cy="400090"/>
            <a:chOff x="6436250" y="292300"/>
            <a:chExt cx="1013997" cy="485605"/>
          </a:xfrm>
        </p:grpSpPr>
        <p:sp>
          <p:nvSpPr>
            <p:cNvPr id="86" name="Google Shape;86;p4"/>
            <p:cNvSpPr/>
            <p:nvPr/>
          </p:nvSpPr>
          <p:spPr>
            <a:xfrm>
              <a:off x="6436250" y="292300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>
              <a:off x="6748749" y="292300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7061248" y="292300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7373747" y="292300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6436250" y="496853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6748749" y="496853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7061248" y="496853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7373747" y="496853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6436250" y="701405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6748749" y="701405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7061248" y="701405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4"/>
            <p:cNvSpPr/>
            <p:nvPr/>
          </p:nvSpPr>
          <p:spPr>
            <a:xfrm>
              <a:off x="7373747" y="701405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two columns" type="twoColTx">
  <p:cSld name="TITLE_AND_TWO_COLUMNS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5"/>
          <p:cNvGrpSpPr/>
          <p:nvPr/>
        </p:nvGrpSpPr>
        <p:grpSpPr>
          <a:xfrm rot="-5400000">
            <a:off x="4269943" y="269504"/>
            <a:ext cx="587275" cy="9160717"/>
            <a:chOff x="-6" y="0"/>
            <a:chExt cx="462239" cy="7210324"/>
          </a:xfrm>
        </p:grpSpPr>
        <p:pic>
          <p:nvPicPr>
            <p:cNvPr id="100" name="Google Shape;100;p5"/>
            <p:cNvPicPr preferRelativeResize="0"/>
            <p:nvPr/>
          </p:nvPicPr>
          <p:blipFill rotWithShape="1">
            <a:blip r:embed="rId2">
              <a:alphaModFix/>
            </a:blip>
            <a:srcRect t="62400"/>
            <a:stretch/>
          </p:blipFill>
          <p:spPr>
            <a:xfrm rot="5400000">
              <a:off x="-1703950" y="1703950"/>
              <a:ext cx="3870124" cy="462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" name="Google Shape;101;p5"/>
            <p:cNvPicPr preferRelativeResize="0"/>
            <p:nvPr/>
          </p:nvPicPr>
          <p:blipFill rotWithShape="1">
            <a:blip r:embed="rId2">
              <a:alphaModFix/>
            </a:blip>
            <a:srcRect t="62398" r="9181"/>
            <a:stretch/>
          </p:blipFill>
          <p:spPr>
            <a:xfrm rot="5400000">
              <a:off x="-1526255" y="5221836"/>
              <a:ext cx="3514737" cy="46223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2" name="Google Shape;102;p5"/>
          <p:cNvPicPr preferRelativeResize="0"/>
          <p:nvPr/>
        </p:nvPicPr>
        <p:blipFill rotWithShape="1">
          <a:blip r:embed="rId3">
            <a:alphaModFix/>
          </a:blip>
          <a:srcRect r="55209"/>
          <a:stretch/>
        </p:blipFill>
        <p:spPr>
          <a:xfrm flipH="1">
            <a:off x="-16775" y="-456151"/>
            <a:ext cx="1320300" cy="29005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5"/>
          <p:cNvPicPr preferRelativeResize="0"/>
          <p:nvPr/>
        </p:nvPicPr>
        <p:blipFill rotWithShape="1">
          <a:blip r:embed="rId4">
            <a:alphaModFix/>
          </a:blip>
          <a:srcRect l="50770"/>
          <a:stretch/>
        </p:blipFill>
        <p:spPr>
          <a:xfrm flipH="1">
            <a:off x="7845676" y="2684693"/>
            <a:ext cx="1298274" cy="259488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" name="Google Shape;104;p5"/>
          <p:cNvGrpSpPr/>
          <p:nvPr/>
        </p:nvGrpSpPr>
        <p:grpSpPr>
          <a:xfrm>
            <a:off x="7626773" y="111898"/>
            <a:ext cx="1373048" cy="298520"/>
            <a:chOff x="7035923" y="4025973"/>
            <a:chExt cx="1373048" cy="298520"/>
          </a:xfrm>
        </p:grpSpPr>
        <p:grpSp>
          <p:nvGrpSpPr>
            <p:cNvPr id="105" name="Google Shape;105;p5"/>
            <p:cNvGrpSpPr/>
            <p:nvPr/>
          </p:nvGrpSpPr>
          <p:grpSpPr>
            <a:xfrm>
              <a:off x="7035923" y="4025973"/>
              <a:ext cx="586898" cy="298520"/>
              <a:chOff x="384348" y="1648460"/>
              <a:chExt cx="586898" cy="298520"/>
            </a:xfrm>
          </p:grpSpPr>
          <p:sp>
            <p:nvSpPr>
              <p:cNvPr id="106" name="Google Shape;106;p5"/>
              <p:cNvSpPr/>
              <p:nvPr/>
            </p:nvSpPr>
            <p:spPr>
              <a:xfrm>
                <a:off x="384348" y="1648460"/>
                <a:ext cx="63900" cy="63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5"/>
              <p:cNvSpPr/>
              <p:nvPr/>
            </p:nvSpPr>
            <p:spPr>
              <a:xfrm>
                <a:off x="645847" y="1648460"/>
                <a:ext cx="63900" cy="63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5"/>
              <p:cNvSpPr/>
              <p:nvPr/>
            </p:nvSpPr>
            <p:spPr>
              <a:xfrm>
                <a:off x="907346" y="1648460"/>
                <a:ext cx="63900" cy="63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5"/>
              <p:cNvSpPr/>
              <p:nvPr/>
            </p:nvSpPr>
            <p:spPr>
              <a:xfrm>
                <a:off x="384348" y="1883080"/>
                <a:ext cx="63900" cy="63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5"/>
              <p:cNvSpPr/>
              <p:nvPr/>
            </p:nvSpPr>
            <p:spPr>
              <a:xfrm>
                <a:off x="645847" y="1883080"/>
                <a:ext cx="63900" cy="63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5"/>
              <p:cNvSpPr/>
              <p:nvPr/>
            </p:nvSpPr>
            <p:spPr>
              <a:xfrm>
                <a:off x="907346" y="1883080"/>
                <a:ext cx="63900" cy="63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2" name="Google Shape;112;p5"/>
            <p:cNvGrpSpPr/>
            <p:nvPr/>
          </p:nvGrpSpPr>
          <p:grpSpPr>
            <a:xfrm>
              <a:off x="7822073" y="4025973"/>
              <a:ext cx="586898" cy="298520"/>
              <a:chOff x="384348" y="1648460"/>
              <a:chExt cx="586898" cy="298520"/>
            </a:xfrm>
          </p:grpSpPr>
          <p:sp>
            <p:nvSpPr>
              <p:cNvPr id="113" name="Google Shape;113;p5"/>
              <p:cNvSpPr/>
              <p:nvPr/>
            </p:nvSpPr>
            <p:spPr>
              <a:xfrm>
                <a:off x="384348" y="1648460"/>
                <a:ext cx="63900" cy="63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14;p5"/>
              <p:cNvSpPr/>
              <p:nvPr/>
            </p:nvSpPr>
            <p:spPr>
              <a:xfrm>
                <a:off x="645847" y="1648460"/>
                <a:ext cx="63900" cy="63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15;p5"/>
              <p:cNvSpPr/>
              <p:nvPr/>
            </p:nvSpPr>
            <p:spPr>
              <a:xfrm>
                <a:off x="907346" y="1648460"/>
                <a:ext cx="63900" cy="63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5"/>
              <p:cNvSpPr/>
              <p:nvPr/>
            </p:nvSpPr>
            <p:spPr>
              <a:xfrm>
                <a:off x="384348" y="1883080"/>
                <a:ext cx="63900" cy="63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5"/>
              <p:cNvSpPr/>
              <p:nvPr/>
            </p:nvSpPr>
            <p:spPr>
              <a:xfrm>
                <a:off x="645847" y="1883080"/>
                <a:ext cx="63900" cy="63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5"/>
              <p:cNvSpPr/>
              <p:nvPr/>
            </p:nvSpPr>
            <p:spPr>
              <a:xfrm>
                <a:off x="907346" y="1883080"/>
                <a:ext cx="63900" cy="63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9" name="Google Shape;119;p5"/>
          <p:cNvGrpSpPr/>
          <p:nvPr/>
        </p:nvGrpSpPr>
        <p:grpSpPr>
          <a:xfrm rot="-5400000">
            <a:off x="-100802" y="3615798"/>
            <a:ext cx="1373048" cy="298520"/>
            <a:chOff x="7035923" y="4025973"/>
            <a:chExt cx="1373048" cy="298520"/>
          </a:xfrm>
        </p:grpSpPr>
        <p:grpSp>
          <p:nvGrpSpPr>
            <p:cNvPr id="120" name="Google Shape;120;p5"/>
            <p:cNvGrpSpPr/>
            <p:nvPr/>
          </p:nvGrpSpPr>
          <p:grpSpPr>
            <a:xfrm>
              <a:off x="7035923" y="4025973"/>
              <a:ext cx="586898" cy="298520"/>
              <a:chOff x="384348" y="1648460"/>
              <a:chExt cx="586898" cy="298520"/>
            </a:xfrm>
          </p:grpSpPr>
          <p:sp>
            <p:nvSpPr>
              <p:cNvPr id="121" name="Google Shape;121;p5"/>
              <p:cNvSpPr/>
              <p:nvPr/>
            </p:nvSpPr>
            <p:spPr>
              <a:xfrm>
                <a:off x="384348" y="1648460"/>
                <a:ext cx="63900" cy="63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5"/>
              <p:cNvSpPr/>
              <p:nvPr/>
            </p:nvSpPr>
            <p:spPr>
              <a:xfrm>
                <a:off x="645847" y="1648460"/>
                <a:ext cx="63900" cy="63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5"/>
              <p:cNvSpPr/>
              <p:nvPr/>
            </p:nvSpPr>
            <p:spPr>
              <a:xfrm>
                <a:off x="907346" y="1648460"/>
                <a:ext cx="63900" cy="63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5"/>
              <p:cNvSpPr/>
              <p:nvPr/>
            </p:nvSpPr>
            <p:spPr>
              <a:xfrm>
                <a:off x="384348" y="1883080"/>
                <a:ext cx="63900" cy="63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5"/>
              <p:cNvSpPr/>
              <p:nvPr/>
            </p:nvSpPr>
            <p:spPr>
              <a:xfrm>
                <a:off x="645847" y="1883080"/>
                <a:ext cx="63900" cy="63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5"/>
              <p:cNvSpPr/>
              <p:nvPr/>
            </p:nvSpPr>
            <p:spPr>
              <a:xfrm>
                <a:off x="907346" y="1883080"/>
                <a:ext cx="63900" cy="63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7" name="Google Shape;127;p5"/>
            <p:cNvGrpSpPr/>
            <p:nvPr/>
          </p:nvGrpSpPr>
          <p:grpSpPr>
            <a:xfrm>
              <a:off x="7822073" y="4025973"/>
              <a:ext cx="586898" cy="298520"/>
              <a:chOff x="384348" y="1648460"/>
              <a:chExt cx="586898" cy="298520"/>
            </a:xfrm>
          </p:grpSpPr>
          <p:sp>
            <p:nvSpPr>
              <p:cNvPr id="128" name="Google Shape;128;p5"/>
              <p:cNvSpPr/>
              <p:nvPr/>
            </p:nvSpPr>
            <p:spPr>
              <a:xfrm>
                <a:off x="384348" y="1648460"/>
                <a:ext cx="63900" cy="63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5"/>
              <p:cNvSpPr/>
              <p:nvPr/>
            </p:nvSpPr>
            <p:spPr>
              <a:xfrm>
                <a:off x="645847" y="1648460"/>
                <a:ext cx="63900" cy="63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5"/>
              <p:cNvSpPr/>
              <p:nvPr/>
            </p:nvSpPr>
            <p:spPr>
              <a:xfrm>
                <a:off x="907346" y="1648460"/>
                <a:ext cx="63900" cy="63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5"/>
              <p:cNvSpPr/>
              <p:nvPr/>
            </p:nvSpPr>
            <p:spPr>
              <a:xfrm>
                <a:off x="384348" y="1883080"/>
                <a:ext cx="63900" cy="63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5"/>
              <p:cNvSpPr/>
              <p:nvPr/>
            </p:nvSpPr>
            <p:spPr>
              <a:xfrm>
                <a:off x="645847" y="1883080"/>
                <a:ext cx="63900" cy="63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5"/>
              <p:cNvSpPr/>
              <p:nvPr/>
            </p:nvSpPr>
            <p:spPr>
              <a:xfrm>
                <a:off x="907346" y="1883080"/>
                <a:ext cx="63900" cy="63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4" name="Google Shape;134;p5"/>
          <p:cNvSpPr txBox="1">
            <a:spLocks noGrp="1"/>
          </p:cNvSpPr>
          <p:nvPr>
            <p:ph type="title"/>
          </p:nvPr>
        </p:nvSpPr>
        <p:spPr>
          <a:xfrm>
            <a:off x="1717062" y="2258125"/>
            <a:ext cx="2654100" cy="57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5"/>
          <p:cNvSpPr txBox="1">
            <a:spLocks noGrp="1"/>
          </p:cNvSpPr>
          <p:nvPr>
            <p:ph type="title" idx="2"/>
          </p:nvPr>
        </p:nvSpPr>
        <p:spPr>
          <a:xfrm>
            <a:off x="4772876" y="2258125"/>
            <a:ext cx="2654100" cy="57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5"/>
          <p:cNvSpPr txBox="1">
            <a:spLocks noGrp="1"/>
          </p:cNvSpPr>
          <p:nvPr>
            <p:ph type="subTitle" idx="1"/>
          </p:nvPr>
        </p:nvSpPr>
        <p:spPr>
          <a:xfrm>
            <a:off x="4772870" y="2699875"/>
            <a:ext cx="2654100" cy="111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7" name="Google Shape;137;p5"/>
          <p:cNvSpPr txBox="1">
            <a:spLocks noGrp="1"/>
          </p:cNvSpPr>
          <p:nvPr>
            <p:ph type="subTitle" idx="3"/>
          </p:nvPr>
        </p:nvSpPr>
        <p:spPr>
          <a:xfrm>
            <a:off x="1717050" y="2699875"/>
            <a:ext cx="2654100" cy="111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8" name="Google Shape;138;p5"/>
          <p:cNvSpPr txBox="1">
            <a:spLocks noGrp="1"/>
          </p:cNvSpPr>
          <p:nvPr>
            <p:ph type="title" idx="4"/>
          </p:nvPr>
        </p:nvSpPr>
        <p:spPr>
          <a:xfrm>
            <a:off x="749725" y="457200"/>
            <a:ext cx="7644600" cy="5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titleOnly">
  <p:cSld name="TITLE_ONLY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 txBox="1">
            <a:spLocks noGrp="1"/>
          </p:cNvSpPr>
          <p:nvPr>
            <p:ph type="title"/>
          </p:nvPr>
        </p:nvSpPr>
        <p:spPr>
          <a:xfrm>
            <a:off x="735025" y="457200"/>
            <a:ext cx="7669200" cy="63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41" name="Google Shape;141;p6"/>
          <p:cNvGrpSpPr/>
          <p:nvPr/>
        </p:nvGrpSpPr>
        <p:grpSpPr>
          <a:xfrm flipH="1">
            <a:off x="11" y="0"/>
            <a:ext cx="462225" cy="5144901"/>
            <a:chOff x="0" y="0"/>
            <a:chExt cx="462225" cy="5144901"/>
          </a:xfrm>
        </p:grpSpPr>
        <p:pic>
          <p:nvPicPr>
            <p:cNvPr id="142" name="Google Shape;142;p6"/>
            <p:cNvPicPr preferRelativeResize="0"/>
            <p:nvPr/>
          </p:nvPicPr>
          <p:blipFill rotWithShape="1">
            <a:blip r:embed="rId2">
              <a:alphaModFix/>
            </a:blip>
            <a:srcRect t="62400"/>
            <a:stretch/>
          </p:blipFill>
          <p:spPr>
            <a:xfrm rot="5400000">
              <a:off x="-1703950" y="1703950"/>
              <a:ext cx="3870124" cy="462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" name="Google Shape;143;p6"/>
            <p:cNvPicPr preferRelativeResize="0"/>
            <p:nvPr/>
          </p:nvPicPr>
          <p:blipFill rotWithShape="1">
            <a:blip r:embed="rId2">
              <a:alphaModFix/>
            </a:blip>
            <a:srcRect t="62400" r="62552"/>
            <a:stretch/>
          </p:blipFill>
          <p:spPr>
            <a:xfrm rot="5400000">
              <a:off x="-493538" y="4189138"/>
              <a:ext cx="1449301" cy="4622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44" name="Google Shape;144;p6"/>
          <p:cNvPicPr preferRelativeResize="0"/>
          <p:nvPr/>
        </p:nvPicPr>
        <p:blipFill rotWithShape="1">
          <a:blip r:embed="rId3">
            <a:alphaModFix/>
          </a:blip>
          <a:srcRect l="797" r="806"/>
          <a:stretch/>
        </p:blipFill>
        <p:spPr>
          <a:xfrm flipH="1">
            <a:off x="7517200" y="-1717475"/>
            <a:ext cx="2458672" cy="245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6"/>
          <p:cNvSpPr/>
          <p:nvPr/>
        </p:nvSpPr>
        <p:spPr>
          <a:xfrm flipH="1">
            <a:off x="8077537" y="4681375"/>
            <a:ext cx="1338000" cy="1338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6" name="Google Shape;146;p6"/>
          <p:cNvGrpSpPr/>
          <p:nvPr/>
        </p:nvGrpSpPr>
        <p:grpSpPr>
          <a:xfrm flipH="1">
            <a:off x="7888627" y="4866545"/>
            <a:ext cx="835432" cy="400090"/>
            <a:chOff x="6436250" y="292300"/>
            <a:chExt cx="1013997" cy="485605"/>
          </a:xfrm>
        </p:grpSpPr>
        <p:sp>
          <p:nvSpPr>
            <p:cNvPr id="147" name="Google Shape;147;p6"/>
            <p:cNvSpPr/>
            <p:nvPr/>
          </p:nvSpPr>
          <p:spPr>
            <a:xfrm>
              <a:off x="6436250" y="292300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6"/>
            <p:cNvSpPr/>
            <p:nvPr/>
          </p:nvSpPr>
          <p:spPr>
            <a:xfrm>
              <a:off x="6748749" y="292300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6"/>
            <p:cNvSpPr/>
            <p:nvPr/>
          </p:nvSpPr>
          <p:spPr>
            <a:xfrm>
              <a:off x="7061248" y="292300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6"/>
            <p:cNvSpPr/>
            <p:nvPr/>
          </p:nvSpPr>
          <p:spPr>
            <a:xfrm>
              <a:off x="7373747" y="292300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6"/>
            <p:cNvSpPr/>
            <p:nvPr/>
          </p:nvSpPr>
          <p:spPr>
            <a:xfrm>
              <a:off x="6436250" y="496853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6"/>
            <p:cNvSpPr/>
            <p:nvPr/>
          </p:nvSpPr>
          <p:spPr>
            <a:xfrm>
              <a:off x="6748749" y="496853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6"/>
            <p:cNvSpPr/>
            <p:nvPr/>
          </p:nvSpPr>
          <p:spPr>
            <a:xfrm>
              <a:off x="7061248" y="496853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6"/>
            <p:cNvSpPr/>
            <p:nvPr/>
          </p:nvSpPr>
          <p:spPr>
            <a:xfrm>
              <a:off x="7373747" y="496853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6"/>
            <p:cNvSpPr/>
            <p:nvPr/>
          </p:nvSpPr>
          <p:spPr>
            <a:xfrm>
              <a:off x="6436250" y="701405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6"/>
            <p:cNvSpPr/>
            <p:nvPr/>
          </p:nvSpPr>
          <p:spPr>
            <a:xfrm>
              <a:off x="6748749" y="701405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6"/>
            <p:cNvSpPr/>
            <p:nvPr/>
          </p:nvSpPr>
          <p:spPr>
            <a:xfrm>
              <a:off x="7061248" y="701405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6"/>
            <p:cNvSpPr/>
            <p:nvPr/>
          </p:nvSpPr>
          <p:spPr>
            <a:xfrm>
              <a:off x="7373747" y="701405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9" name="Google Shape;159;p6"/>
          <p:cNvSpPr/>
          <p:nvPr/>
        </p:nvSpPr>
        <p:spPr>
          <a:xfrm flipH="1">
            <a:off x="-761289" y="2592100"/>
            <a:ext cx="1427400" cy="1427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One column text">
  <p:cSld name="ONE_COLUMN_TEXT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"/>
          <p:cNvSpPr/>
          <p:nvPr/>
        </p:nvSpPr>
        <p:spPr>
          <a:xfrm flipH="1">
            <a:off x="-78500" y="-10325"/>
            <a:ext cx="2963100" cy="517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2" name="Google Shape;162;p7"/>
          <p:cNvGrpSpPr/>
          <p:nvPr/>
        </p:nvGrpSpPr>
        <p:grpSpPr>
          <a:xfrm rot="5400000" flipH="1">
            <a:off x="-2286354" y="2278885"/>
            <a:ext cx="5176073" cy="598115"/>
            <a:chOff x="4113150" y="4556250"/>
            <a:chExt cx="5155451" cy="587251"/>
          </a:xfrm>
        </p:grpSpPr>
        <p:pic>
          <p:nvPicPr>
            <p:cNvPr id="163" name="Google Shape;163;p7"/>
            <p:cNvPicPr preferRelativeResize="0"/>
            <p:nvPr/>
          </p:nvPicPr>
          <p:blipFill rotWithShape="1">
            <a:blip r:embed="rId2">
              <a:alphaModFix amt="33000"/>
            </a:blip>
            <a:srcRect l="31365" t="62490"/>
            <a:stretch/>
          </p:blipFill>
          <p:spPr>
            <a:xfrm>
              <a:off x="4113150" y="4556250"/>
              <a:ext cx="2148951" cy="587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4" name="Google Shape;164;p7"/>
            <p:cNvPicPr preferRelativeResize="0"/>
            <p:nvPr/>
          </p:nvPicPr>
          <p:blipFill rotWithShape="1">
            <a:blip r:embed="rId2">
              <a:alphaModFix amt="33000"/>
            </a:blip>
            <a:srcRect t="62490" r="3975"/>
            <a:stretch/>
          </p:blipFill>
          <p:spPr>
            <a:xfrm>
              <a:off x="6262100" y="4556250"/>
              <a:ext cx="3006501" cy="5872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5" name="Google Shape;165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7063" y="-1101525"/>
            <a:ext cx="3205500" cy="3154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6" name="Google Shape;166;p7"/>
          <p:cNvGrpSpPr/>
          <p:nvPr/>
        </p:nvGrpSpPr>
        <p:grpSpPr>
          <a:xfrm>
            <a:off x="4140132" y="4608408"/>
            <a:ext cx="863722" cy="413639"/>
            <a:chOff x="6436250" y="292300"/>
            <a:chExt cx="1013997" cy="485605"/>
          </a:xfrm>
        </p:grpSpPr>
        <p:sp>
          <p:nvSpPr>
            <p:cNvPr id="167" name="Google Shape;167;p7"/>
            <p:cNvSpPr/>
            <p:nvPr/>
          </p:nvSpPr>
          <p:spPr>
            <a:xfrm>
              <a:off x="6436250" y="292300"/>
              <a:ext cx="76500" cy="7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7"/>
            <p:cNvSpPr/>
            <p:nvPr/>
          </p:nvSpPr>
          <p:spPr>
            <a:xfrm>
              <a:off x="6748749" y="292300"/>
              <a:ext cx="76500" cy="7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7"/>
            <p:cNvSpPr/>
            <p:nvPr/>
          </p:nvSpPr>
          <p:spPr>
            <a:xfrm>
              <a:off x="7061248" y="292300"/>
              <a:ext cx="76500" cy="7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7"/>
            <p:cNvSpPr/>
            <p:nvPr/>
          </p:nvSpPr>
          <p:spPr>
            <a:xfrm>
              <a:off x="7373747" y="292300"/>
              <a:ext cx="76500" cy="7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7"/>
            <p:cNvSpPr/>
            <p:nvPr/>
          </p:nvSpPr>
          <p:spPr>
            <a:xfrm>
              <a:off x="6436250" y="496853"/>
              <a:ext cx="76500" cy="7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7"/>
            <p:cNvSpPr/>
            <p:nvPr/>
          </p:nvSpPr>
          <p:spPr>
            <a:xfrm>
              <a:off x="6748749" y="496853"/>
              <a:ext cx="76500" cy="7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7"/>
            <p:cNvSpPr/>
            <p:nvPr/>
          </p:nvSpPr>
          <p:spPr>
            <a:xfrm>
              <a:off x="7061248" y="496853"/>
              <a:ext cx="76500" cy="7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7"/>
            <p:cNvSpPr/>
            <p:nvPr/>
          </p:nvSpPr>
          <p:spPr>
            <a:xfrm>
              <a:off x="7373747" y="496853"/>
              <a:ext cx="76500" cy="7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7"/>
            <p:cNvSpPr/>
            <p:nvPr/>
          </p:nvSpPr>
          <p:spPr>
            <a:xfrm>
              <a:off x="6436250" y="701405"/>
              <a:ext cx="76500" cy="7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7"/>
            <p:cNvSpPr/>
            <p:nvPr/>
          </p:nvSpPr>
          <p:spPr>
            <a:xfrm>
              <a:off x="6748749" y="701405"/>
              <a:ext cx="76500" cy="7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7"/>
            <p:cNvSpPr/>
            <p:nvPr/>
          </p:nvSpPr>
          <p:spPr>
            <a:xfrm>
              <a:off x="7061248" y="701405"/>
              <a:ext cx="76500" cy="7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7"/>
            <p:cNvSpPr/>
            <p:nvPr/>
          </p:nvSpPr>
          <p:spPr>
            <a:xfrm>
              <a:off x="7373747" y="701405"/>
              <a:ext cx="76500" cy="7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9" name="Google Shape;179;p7"/>
          <p:cNvSpPr/>
          <p:nvPr/>
        </p:nvSpPr>
        <p:spPr>
          <a:xfrm>
            <a:off x="7945463" y="-275699"/>
            <a:ext cx="927000" cy="927600"/>
          </a:xfrm>
          <a:prstGeom prst="pie">
            <a:avLst>
              <a:gd name="adj1" fmla="val 0"/>
              <a:gd name="adj2" fmla="val 10849085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7945463" y="184127"/>
            <a:ext cx="927000" cy="927600"/>
          </a:xfrm>
          <a:prstGeom prst="pie">
            <a:avLst>
              <a:gd name="adj1" fmla="val 0"/>
              <a:gd name="adj2" fmla="val 10849085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1" name="Google Shape;181;p7"/>
          <p:cNvPicPr preferRelativeResize="0"/>
          <p:nvPr/>
        </p:nvPicPr>
        <p:blipFill rotWithShape="1">
          <a:blip r:embed="rId4">
            <a:alphaModFix amt="16000"/>
          </a:blip>
          <a:srcRect l="10152" t="42565"/>
          <a:stretch/>
        </p:blipFill>
        <p:spPr>
          <a:xfrm rot="10800000" flipH="1">
            <a:off x="7091676" y="3868975"/>
            <a:ext cx="2078224" cy="1328476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7"/>
          <p:cNvSpPr txBox="1">
            <a:spLocks noGrp="1"/>
          </p:cNvSpPr>
          <p:nvPr>
            <p:ph type="title"/>
          </p:nvPr>
        </p:nvSpPr>
        <p:spPr>
          <a:xfrm>
            <a:off x="3723875" y="1437150"/>
            <a:ext cx="4685100" cy="141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7"/>
          <p:cNvSpPr>
            <a:spLocks noGrp="1"/>
          </p:cNvSpPr>
          <p:nvPr>
            <p:ph type="pic" idx="2"/>
          </p:nvPr>
        </p:nvSpPr>
        <p:spPr>
          <a:xfrm flipH="1">
            <a:off x="710475" y="1122000"/>
            <a:ext cx="2821200" cy="2899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4" name="Google Shape;184;p7"/>
          <p:cNvSpPr txBox="1">
            <a:spLocks noGrp="1"/>
          </p:cNvSpPr>
          <p:nvPr>
            <p:ph type="subTitle" idx="1"/>
          </p:nvPr>
        </p:nvSpPr>
        <p:spPr>
          <a:xfrm>
            <a:off x="3723875" y="2726475"/>
            <a:ext cx="4685100" cy="89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Main point">
  <p:cSld name="MAIN_POINT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"/>
          <p:cNvSpPr/>
          <p:nvPr/>
        </p:nvSpPr>
        <p:spPr>
          <a:xfrm>
            <a:off x="-9050" y="4339600"/>
            <a:ext cx="9144000" cy="803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7" name="Google Shape;187;p8"/>
          <p:cNvPicPr preferRelativeResize="0"/>
          <p:nvPr/>
        </p:nvPicPr>
        <p:blipFill rotWithShape="1">
          <a:blip r:embed="rId2">
            <a:alphaModFix/>
          </a:blip>
          <a:srcRect r="55209"/>
          <a:stretch/>
        </p:blipFill>
        <p:spPr>
          <a:xfrm flipH="1">
            <a:off x="-14154" y="-12"/>
            <a:ext cx="1398174" cy="30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8"/>
          <p:cNvSpPr/>
          <p:nvPr/>
        </p:nvSpPr>
        <p:spPr>
          <a:xfrm flipH="1">
            <a:off x="420575" y="3500199"/>
            <a:ext cx="628800" cy="629400"/>
          </a:xfrm>
          <a:prstGeom prst="pie">
            <a:avLst>
              <a:gd name="adj1" fmla="val 0"/>
              <a:gd name="adj2" fmla="val 10849085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8"/>
          <p:cNvSpPr/>
          <p:nvPr/>
        </p:nvSpPr>
        <p:spPr>
          <a:xfrm flipH="1">
            <a:off x="420575" y="3812197"/>
            <a:ext cx="628800" cy="629400"/>
          </a:xfrm>
          <a:prstGeom prst="pie">
            <a:avLst>
              <a:gd name="adj1" fmla="val 0"/>
              <a:gd name="adj2" fmla="val 10849085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0" name="Google Shape;190;p8"/>
          <p:cNvPicPr preferRelativeResize="0"/>
          <p:nvPr/>
        </p:nvPicPr>
        <p:blipFill rotWithShape="1">
          <a:blip r:embed="rId3">
            <a:alphaModFix amt="16000"/>
          </a:blip>
          <a:srcRect l="10152" t="42565"/>
          <a:stretch/>
        </p:blipFill>
        <p:spPr>
          <a:xfrm>
            <a:off x="7072750" y="0"/>
            <a:ext cx="2078224" cy="13284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1" name="Google Shape;191;p8"/>
          <p:cNvGrpSpPr/>
          <p:nvPr/>
        </p:nvGrpSpPr>
        <p:grpSpPr>
          <a:xfrm>
            <a:off x="270332" y="227938"/>
            <a:ext cx="1970236" cy="434180"/>
            <a:chOff x="5246650" y="292300"/>
            <a:chExt cx="2203597" cy="485605"/>
          </a:xfrm>
        </p:grpSpPr>
        <p:grpSp>
          <p:nvGrpSpPr>
            <p:cNvPr id="192" name="Google Shape;192;p8"/>
            <p:cNvGrpSpPr/>
            <p:nvPr/>
          </p:nvGrpSpPr>
          <p:grpSpPr>
            <a:xfrm>
              <a:off x="6436250" y="292300"/>
              <a:ext cx="1013997" cy="485605"/>
              <a:chOff x="6436250" y="292300"/>
              <a:chExt cx="1013997" cy="485605"/>
            </a:xfrm>
          </p:grpSpPr>
          <p:sp>
            <p:nvSpPr>
              <p:cNvPr id="193" name="Google Shape;193;p8"/>
              <p:cNvSpPr/>
              <p:nvPr/>
            </p:nvSpPr>
            <p:spPr>
              <a:xfrm>
                <a:off x="6436250" y="292300"/>
                <a:ext cx="76500" cy="76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8"/>
              <p:cNvSpPr/>
              <p:nvPr/>
            </p:nvSpPr>
            <p:spPr>
              <a:xfrm>
                <a:off x="6748749" y="292300"/>
                <a:ext cx="76500" cy="76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8"/>
              <p:cNvSpPr/>
              <p:nvPr/>
            </p:nvSpPr>
            <p:spPr>
              <a:xfrm>
                <a:off x="7061248" y="292300"/>
                <a:ext cx="76500" cy="76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8"/>
              <p:cNvSpPr/>
              <p:nvPr/>
            </p:nvSpPr>
            <p:spPr>
              <a:xfrm>
                <a:off x="7373747" y="292300"/>
                <a:ext cx="76500" cy="76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8"/>
              <p:cNvSpPr/>
              <p:nvPr/>
            </p:nvSpPr>
            <p:spPr>
              <a:xfrm>
                <a:off x="6436250" y="496853"/>
                <a:ext cx="76500" cy="76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98;p8"/>
              <p:cNvSpPr/>
              <p:nvPr/>
            </p:nvSpPr>
            <p:spPr>
              <a:xfrm>
                <a:off x="6748749" y="496853"/>
                <a:ext cx="76500" cy="76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8"/>
              <p:cNvSpPr/>
              <p:nvPr/>
            </p:nvSpPr>
            <p:spPr>
              <a:xfrm>
                <a:off x="7061248" y="496853"/>
                <a:ext cx="76500" cy="76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8"/>
              <p:cNvSpPr/>
              <p:nvPr/>
            </p:nvSpPr>
            <p:spPr>
              <a:xfrm>
                <a:off x="7373747" y="496853"/>
                <a:ext cx="76500" cy="76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8"/>
              <p:cNvSpPr/>
              <p:nvPr/>
            </p:nvSpPr>
            <p:spPr>
              <a:xfrm>
                <a:off x="6436250" y="701405"/>
                <a:ext cx="76500" cy="76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8"/>
              <p:cNvSpPr/>
              <p:nvPr/>
            </p:nvSpPr>
            <p:spPr>
              <a:xfrm>
                <a:off x="6748749" y="701405"/>
                <a:ext cx="76500" cy="76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8"/>
              <p:cNvSpPr/>
              <p:nvPr/>
            </p:nvSpPr>
            <p:spPr>
              <a:xfrm>
                <a:off x="7061248" y="701405"/>
                <a:ext cx="76500" cy="76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8"/>
              <p:cNvSpPr/>
              <p:nvPr/>
            </p:nvSpPr>
            <p:spPr>
              <a:xfrm>
                <a:off x="7373747" y="701405"/>
                <a:ext cx="76500" cy="76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5" name="Google Shape;205;p8"/>
            <p:cNvGrpSpPr/>
            <p:nvPr/>
          </p:nvGrpSpPr>
          <p:grpSpPr>
            <a:xfrm>
              <a:off x="5246650" y="292300"/>
              <a:ext cx="1013997" cy="485605"/>
              <a:chOff x="6436250" y="292300"/>
              <a:chExt cx="1013997" cy="485605"/>
            </a:xfrm>
          </p:grpSpPr>
          <p:sp>
            <p:nvSpPr>
              <p:cNvPr id="206" name="Google Shape;206;p8"/>
              <p:cNvSpPr/>
              <p:nvPr/>
            </p:nvSpPr>
            <p:spPr>
              <a:xfrm>
                <a:off x="6436250" y="292300"/>
                <a:ext cx="76500" cy="76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8"/>
              <p:cNvSpPr/>
              <p:nvPr/>
            </p:nvSpPr>
            <p:spPr>
              <a:xfrm>
                <a:off x="6748749" y="292300"/>
                <a:ext cx="76500" cy="76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8"/>
              <p:cNvSpPr/>
              <p:nvPr/>
            </p:nvSpPr>
            <p:spPr>
              <a:xfrm>
                <a:off x="7061248" y="292300"/>
                <a:ext cx="76500" cy="76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8"/>
              <p:cNvSpPr/>
              <p:nvPr/>
            </p:nvSpPr>
            <p:spPr>
              <a:xfrm>
                <a:off x="7373747" y="292300"/>
                <a:ext cx="76500" cy="76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8"/>
              <p:cNvSpPr/>
              <p:nvPr/>
            </p:nvSpPr>
            <p:spPr>
              <a:xfrm>
                <a:off x="6436250" y="496853"/>
                <a:ext cx="76500" cy="76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8"/>
              <p:cNvSpPr/>
              <p:nvPr/>
            </p:nvSpPr>
            <p:spPr>
              <a:xfrm>
                <a:off x="6748749" y="496853"/>
                <a:ext cx="76500" cy="76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8"/>
              <p:cNvSpPr/>
              <p:nvPr/>
            </p:nvSpPr>
            <p:spPr>
              <a:xfrm>
                <a:off x="7061248" y="496853"/>
                <a:ext cx="76500" cy="76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8"/>
              <p:cNvSpPr/>
              <p:nvPr/>
            </p:nvSpPr>
            <p:spPr>
              <a:xfrm>
                <a:off x="7373747" y="496853"/>
                <a:ext cx="76500" cy="76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8"/>
              <p:cNvSpPr/>
              <p:nvPr/>
            </p:nvSpPr>
            <p:spPr>
              <a:xfrm>
                <a:off x="6436250" y="701405"/>
                <a:ext cx="76500" cy="76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8"/>
              <p:cNvSpPr/>
              <p:nvPr/>
            </p:nvSpPr>
            <p:spPr>
              <a:xfrm>
                <a:off x="6748749" y="701405"/>
                <a:ext cx="76500" cy="76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8"/>
              <p:cNvSpPr/>
              <p:nvPr/>
            </p:nvSpPr>
            <p:spPr>
              <a:xfrm>
                <a:off x="7061248" y="701405"/>
                <a:ext cx="76500" cy="76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8"/>
              <p:cNvSpPr/>
              <p:nvPr/>
            </p:nvSpPr>
            <p:spPr>
              <a:xfrm>
                <a:off x="7373747" y="701405"/>
                <a:ext cx="76500" cy="76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18" name="Google Shape;218;p8"/>
          <p:cNvGrpSpPr/>
          <p:nvPr/>
        </p:nvGrpSpPr>
        <p:grpSpPr>
          <a:xfrm rot="10800000">
            <a:off x="-13901" y="4608410"/>
            <a:ext cx="9146051" cy="539213"/>
            <a:chOff x="5200" y="4556250"/>
            <a:chExt cx="9392125" cy="587250"/>
          </a:xfrm>
        </p:grpSpPr>
        <p:pic>
          <p:nvPicPr>
            <p:cNvPr id="219" name="Google Shape;219;p8"/>
            <p:cNvPicPr preferRelativeResize="0"/>
            <p:nvPr/>
          </p:nvPicPr>
          <p:blipFill rotWithShape="1">
            <a:blip r:embed="rId4">
              <a:alphaModFix amt="33000"/>
            </a:blip>
            <a:srcRect l="159" t="62490"/>
            <a:stretch/>
          </p:blipFill>
          <p:spPr>
            <a:xfrm>
              <a:off x="5200" y="4556250"/>
              <a:ext cx="3125850" cy="587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0" name="Google Shape;220;p8"/>
            <p:cNvPicPr preferRelativeResize="0"/>
            <p:nvPr/>
          </p:nvPicPr>
          <p:blipFill rotWithShape="1">
            <a:blip r:embed="rId4">
              <a:alphaModFix amt="33000"/>
            </a:blip>
            <a:srcRect t="62490"/>
            <a:stretch/>
          </p:blipFill>
          <p:spPr>
            <a:xfrm>
              <a:off x="3131050" y="4556250"/>
              <a:ext cx="3131049" cy="587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1" name="Google Shape;221;p8"/>
            <p:cNvPicPr preferRelativeResize="0"/>
            <p:nvPr/>
          </p:nvPicPr>
          <p:blipFill rotWithShape="1">
            <a:blip r:embed="rId4">
              <a:alphaModFix amt="33000"/>
            </a:blip>
            <a:srcRect t="62490" r="-140"/>
            <a:stretch/>
          </p:blipFill>
          <p:spPr>
            <a:xfrm>
              <a:off x="6262100" y="4556250"/>
              <a:ext cx="3135225" cy="5872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22" name="Google Shape;222;p8"/>
          <p:cNvPicPr preferRelativeResize="0"/>
          <p:nvPr/>
        </p:nvPicPr>
        <p:blipFill rotWithShape="1">
          <a:blip r:embed="rId5">
            <a:alphaModFix/>
          </a:blip>
          <a:srcRect l="52460"/>
          <a:stretch/>
        </p:blipFill>
        <p:spPr>
          <a:xfrm flipH="1">
            <a:off x="7666974" y="1871150"/>
            <a:ext cx="1484001" cy="3071624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8"/>
          <p:cNvSpPr txBox="1">
            <a:spLocks noGrp="1"/>
          </p:cNvSpPr>
          <p:nvPr>
            <p:ph type="title"/>
          </p:nvPr>
        </p:nvSpPr>
        <p:spPr>
          <a:xfrm>
            <a:off x="734975" y="1040850"/>
            <a:ext cx="7674000" cy="306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9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title and description">
  <p:cSld name="SECTION_TITLE_AND_DESCRIPTION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"/>
          <p:cNvSpPr/>
          <p:nvPr/>
        </p:nvSpPr>
        <p:spPr>
          <a:xfrm rot="10800000">
            <a:off x="-650" y="0"/>
            <a:ext cx="9144600" cy="1174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6" name="Google Shape;226;p9"/>
          <p:cNvGrpSpPr/>
          <p:nvPr/>
        </p:nvGrpSpPr>
        <p:grpSpPr>
          <a:xfrm rot="10800000">
            <a:off x="2574" y="75"/>
            <a:ext cx="9144051" cy="587250"/>
            <a:chOff x="124550" y="4556250"/>
            <a:chExt cx="9144051" cy="587250"/>
          </a:xfrm>
        </p:grpSpPr>
        <p:pic>
          <p:nvPicPr>
            <p:cNvPr id="227" name="Google Shape;227;p9"/>
            <p:cNvPicPr preferRelativeResize="0"/>
            <p:nvPr/>
          </p:nvPicPr>
          <p:blipFill rotWithShape="1">
            <a:blip r:embed="rId2">
              <a:alphaModFix amt="33000"/>
            </a:blip>
            <a:srcRect l="3975" t="62490"/>
            <a:stretch/>
          </p:blipFill>
          <p:spPr>
            <a:xfrm>
              <a:off x="124550" y="4556250"/>
              <a:ext cx="3006501" cy="587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8" name="Google Shape;228;p9"/>
            <p:cNvPicPr preferRelativeResize="0"/>
            <p:nvPr/>
          </p:nvPicPr>
          <p:blipFill rotWithShape="1">
            <a:blip r:embed="rId2">
              <a:alphaModFix amt="33000"/>
            </a:blip>
            <a:srcRect t="62490"/>
            <a:stretch/>
          </p:blipFill>
          <p:spPr>
            <a:xfrm>
              <a:off x="3131050" y="4556250"/>
              <a:ext cx="3131049" cy="587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9" name="Google Shape;229;p9"/>
            <p:cNvPicPr preferRelativeResize="0"/>
            <p:nvPr/>
          </p:nvPicPr>
          <p:blipFill rotWithShape="1">
            <a:blip r:embed="rId2">
              <a:alphaModFix amt="33000"/>
            </a:blip>
            <a:srcRect t="62490" r="3975"/>
            <a:stretch/>
          </p:blipFill>
          <p:spPr>
            <a:xfrm>
              <a:off x="6262100" y="4556250"/>
              <a:ext cx="3006501" cy="5872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0" name="Google Shape;230;p9"/>
          <p:cNvGrpSpPr/>
          <p:nvPr/>
        </p:nvGrpSpPr>
        <p:grpSpPr>
          <a:xfrm rot="-5400000">
            <a:off x="4269943" y="269504"/>
            <a:ext cx="587275" cy="9160717"/>
            <a:chOff x="-6" y="0"/>
            <a:chExt cx="462239" cy="7210324"/>
          </a:xfrm>
        </p:grpSpPr>
        <p:pic>
          <p:nvPicPr>
            <p:cNvPr id="231" name="Google Shape;231;p9"/>
            <p:cNvPicPr preferRelativeResize="0"/>
            <p:nvPr/>
          </p:nvPicPr>
          <p:blipFill rotWithShape="1">
            <a:blip r:embed="rId3">
              <a:alphaModFix/>
            </a:blip>
            <a:srcRect t="62400"/>
            <a:stretch/>
          </p:blipFill>
          <p:spPr>
            <a:xfrm rot="5400000">
              <a:off x="-1703950" y="1703950"/>
              <a:ext cx="3870124" cy="462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2" name="Google Shape;232;p9"/>
            <p:cNvPicPr preferRelativeResize="0"/>
            <p:nvPr/>
          </p:nvPicPr>
          <p:blipFill rotWithShape="1">
            <a:blip r:embed="rId3">
              <a:alphaModFix/>
            </a:blip>
            <a:srcRect t="62398" r="9181"/>
            <a:stretch/>
          </p:blipFill>
          <p:spPr>
            <a:xfrm rot="5400000">
              <a:off x="-1526255" y="5221836"/>
              <a:ext cx="3514737" cy="46223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3" name="Google Shape;233;p9"/>
          <p:cNvGrpSpPr/>
          <p:nvPr/>
        </p:nvGrpSpPr>
        <p:grpSpPr>
          <a:xfrm>
            <a:off x="6472623" y="4025973"/>
            <a:ext cx="1373048" cy="298520"/>
            <a:chOff x="7035923" y="4025973"/>
            <a:chExt cx="1373048" cy="298520"/>
          </a:xfrm>
        </p:grpSpPr>
        <p:grpSp>
          <p:nvGrpSpPr>
            <p:cNvPr id="234" name="Google Shape;234;p9"/>
            <p:cNvGrpSpPr/>
            <p:nvPr/>
          </p:nvGrpSpPr>
          <p:grpSpPr>
            <a:xfrm>
              <a:off x="7035923" y="4025973"/>
              <a:ext cx="586898" cy="298520"/>
              <a:chOff x="384348" y="1648460"/>
              <a:chExt cx="586898" cy="298520"/>
            </a:xfrm>
          </p:grpSpPr>
          <p:sp>
            <p:nvSpPr>
              <p:cNvPr id="235" name="Google Shape;235;p9"/>
              <p:cNvSpPr/>
              <p:nvPr/>
            </p:nvSpPr>
            <p:spPr>
              <a:xfrm>
                <a:off x="384348" y="1648460"/>
                <a:ext cx="63900" cy="63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9"/>
              <p:cNvSpPr/>
              <p:nvPr/>
            </p:nvSpPr>
            <p:spPr>
              <a:xfrm>
                <a:off x="645847" y="1648460"/>
                <a:ext cx="63900" cy="63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9"/>
              <p:cNvSpPr/>
              <p:nvPr/>
            </p:nvSpPr>
            <p:spPr>
              <a:xfrm>
                <a:off x="907346" y="1648460"/>
                <a:ext cx="63900" cy="63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9"/>
              <p:cNvSpPr/>
              <p:nvPr/>
            </p:nvSpPr>
            <p:spPr>
              <a:xfrm>
                <a:off x="384348" y="1883080"/>
                <a:ext cx="63900" cy="63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9"/>
              <p:cNvSpPr/>
              <p:nvPr/>
            </p:nvSpPr>
            <p:spPr>
              <a:xfrm>
                <a:off x="645847" y="1883080"/>
                <a:ext cx="63900" cy="63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9"/>
              <p:cNvSpPr/>
              <p:nvPr/>
            </p:nvSpPr>
            <p:spPr>
              <a:xfrm>
                <a:off x="907346" y="1883080"/>
                <a:ext cx="63900" cy="63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1" name="Google Shape;241;p9"/>
            <p:cNvGrpSpPr/>
            <p:nvPr/>
          </p:nvGrpSpPr>
          <p:grpSpPr>
            <a:xfrm>
              <a:off x="7822073" y="4025973"/>
              <a:ext cx="586898" cy="298520"/>
              <a:chOff x="384348" y="1648460"/>
              <a:chExt cx="586898" cy="298520"/>
            </a:xfrm>
          </p:grpSpPr>
          <p:sp>
            <p:nvSpPr>
              <p:cNvPr id="242" name="Google Shape;242;p9"/>
              <p:cNvSpPr/>
              <p:nvPr/>
            </p:nvSpPr>
            <p:spPr>
              <a:xfrm>
                <a:off x="384348" y="1648460"/>
                <a:ext cx="63900" cy="63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9"/>
              <p:cNvSpPr/>
              <p:nvPr/>
            </p:nvSpPr>
            <p:spPr>
              <a:xfrm>
                <a:off x="645847" y="1648460"/>
                <a:ext cx="63900" cy="63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9"/>
              <p:cNvSpPr/>
              <p:nvPr/>
            </p:nvSpPr>
            <p:spPr>
              <a:xfrm>
                <a:off x="907346" y="1648460"/>
                <a:ext cx="63900" cy="63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9"/>
              <p:cNvSpPr/>
              <p:nvPr/>
            </p:nvSpPr>
            <p:spPr>
              <a:xfrm>
                <a:off x="384348" y="1883080"/>
                <a:ext cx="63900" cy="63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9"/>
              <p:cNvSpPr/>
              <p:nvPr/>
            </p:nvSpPr>
            <p:spPr>
              <a:xfrm>
                <a:off x="645847" y="1883080"/>
                <a:ext cx="63900" cy="63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9"/>
              <p:cNvSpPr/>
              <p:nvPr/>
            </p:nvSpPr>
            <p:spPr>
              <a:xfrm>
                <a:off x="907346" y="1883080"/>
                <a:ext cx="63900" cy="63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48" name="Google Shape;248;p9"/>
          <p:cNvSpPr txBox="1">
            <a:spLocks noGrp="1"/>
          </p:cNvSpPr>
          <p:nvPr>
            <p:ph type="title"/>
          </p:nvPr>
        </p:nvSpPr>
        <p:spPr>
          <a:xfrm>
            <a:off x="2003400" y="1562675"/>
            <a:ext cx="5137200" cy="74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49" name="Google Shape;249;p9"/>
          <p:cNvSpPr txBox="1">
            <a:spLocks noGrp="1"/>
          </p:cNvSpPr>
          <p:nvPr>
            <p:ph type="subTitle" idx="1"/>
          </p:nvPr>
        </p:nvSpPr>
        <p:spPr>
          <a:xfrm>
            <a:off x="2003400" y="2229125"/>
            <a:ext cx="5137200" cy="141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aption">
  <p:cSld name="CAPTION_ONLY"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0"/>
          <p:cNvSpPr/>
          <p:nvPr/>
        </p:nvSpPr>
        <p:spPr>
          <a:xfrm>
            <a:off x="-52325" y="3912725"/>
            <a:ext cx="9239100" cy="126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2" name="Google Shape;252;p10"/>
          <p:cNvPicPr preferRelativeResize="0"/>
          <p:nvPr/>
        </p:nvPicPr>
        <p:blipFill rotWithShape="1">
          <a:blip r:embed="rId2">
            <a:alphaModFix/>
          </a:blip>
          <a:srcRect r="55209"/>
          <a:stretch/>
        </p:blipFill>
        <p:spPr>
          <a:xfrm rot="10800000">
            <a:off x="-50" y="1003600"/>
            <a:ext cx="976551" cy="21453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10"/>
          <p:cNvGrpSpPr/>
          <p:nvPr/>
        </p:nvGrpSpPr>
        <p:grpSpPr>
          <a:xfrm>
            <a:off x="-50" y="4608400"/>
            <a:ext cx="9144051" cy="587250"/>
            <a:chOff x="124550" y="4556250"/>
            <a:chExt cx="9144051" cy="587250"/>
          </a:xfrm>
        </p:grpSpPr>
        <p:pic>
          <p:nvPicPr>
            <p:cNvPr id="254" name="Google Shape;254;p10"/>
            <p:cNvPicPr preferRelativeResize="0"/>
            <p:nvPr/>
          </p:nvPicPr>
          <p:blipFill rotWithShape="1">
            <a:blip r:embed="rId3">
              <a:alphaModFix amt="33000"/>
            </a:blip>
            <a:srcRect l="3975" t="62490"/>
            <a:stretch/>
          </p:blipFill>
          <p:spPr>
            <a:xfrm>
              <a:off x="124550" y="4556250"/>
              <a:ext cx="3006501" cy="587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5" name="Google Shape;255;p10"/>
            <p:cNvPicPr preferRelativeResize="0"/>
            <p:nvPr/>
          </p:nvPicPr>
          <p:blipFill rotWithShape="1">
            <a:blip r:embed="rId3">
              <a:alphaModFix amt="33000"/>
            </a:blip>
            <a:srcRect t="62490"/>
            <a:stretch/>
          </p:blipFill>
          <p:spPr>
            <a:xfrm>
              <a:off x="3131050" y="4556250"/>
              <a:ext cx="3131049" cy="587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6" name="Google Shape;256;p10"/>
            <p:cNvPicPr preferRelativeResize="0"/>
            <p:nvPr/>
          </p:nvPicPr>
          <p:blipFill rotWithShape="1">
            <a:blip r:embed="rId3">
              <a:alphaModFix amt="33000"/>
            </a:blip>
            <a:srcRect t="62490" r="3975"/>
            <a:stretch/>
          </p:blipFill>
          <p:spPr>
            <a:xfrm>
              <a:off x="6262100" y="4556250"/>
              <a:ext cx="3006501" cy="5872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7" name="Google Shape;257;p10"/>
          <p:cNvGrpSpPr/>
          <p:nvPr/>
        </p:nvGrpSpPr>
        <p:grpSpPr>
          <a:xfrm>
            <a:off x="8634232" y="2806020"/>
            <a:ext cx="368355" cy="1718902"/>
            <a:chOff x="8408972" y="2496921"/>
            <a:chExt cx="409511" cy="1910953"/>
          </a:xfrm>
        </p:grpSpPr>
        <p:grpSp>
          <p:nvGrpSpPr>
            <p:cNvPr id="258" name="Google Shape;258;p10"/>
            <p:cNvGrpSpPr/>
            <p:nvPr/>
          </p:nvGrpSpPr>
          <p:grpSpPr>
            <a:xfrm rot="5400000">
              <a:off x="8186125" y="3775517"/>
              <a:ext cx="855205" cy="409511"/>
              <a:chOff x="6436250" y="292300"/>
              <a:chExt cx="1013997" cy="485605"/>
            </a:xfrm>
          </p:grpSpPr>
          <p:sp>
            <p:nvSpPr>
              <p:cNvPr id="259" name="Google Shape;259;p10"/>
              <p:cNvSpPr/>
              <p:nvPr/>
            </p:nvSpPr>
            <p:spPr>
              <a:xfrm>
                <a:off x="6436250" y="292300"/>
                <a:ext cx="76500" cy="76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10"/>
              <p:cNvSpPr/>
              <p:nvPr/>
            </p:nvSpPr>
            <p:spPr>
              <a:xfrm>
                <a:off x="6748749" y="292300"/>
                <a:ext cx="76500" cy="76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10"/>
              <p:cNvSpPr/>
              <p:nvPr/>
            </p:nvSpPr>
            <p:spPr>
              <a:xfrm>
                <a:off x="7061248" y="292300"/>
                <a:ext cx="76500" cy="76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10"/>
              <p:cNvSpPr/>
              <p:nvPr/>
            </p:nvSpPr>
            <p:spPr>
              <a:xfrm>
                <a:off x="7373747" y="292300"/>
                <a:ext cx="76500" cy="76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10"/>
              <p:cNvSpPr/>
              <p:nvPr/>
            </p:nvSpPr>
            <p:spPr>
              <a:xfrm>
                <a:off x="6436250" y="496853"/>
                <a:ext cx="76500" cy="76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10"/>
              <p:cNvSpPr/>
              <p:nvPr/>
            </p:nvSpPr>
            <p:spPr>
              <a:xfrm>
                <a:off x="6748749" y="496853"/>
                <a:ext cx="76500" cy="76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10"/>
              <p:cNvSpPr/>
              <p:nvPr/>
            </p:nvSpPr>
            <p:spPr>
              <a:xfrm>
                <a:off x="7061248" y="496853"/>
                <a:ext cx="76500" cy="76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10"/>
              <p:cNvSpPr/>
              <p:nvPr/>
            </p:nvSpPr>
            <p:spPr>
              <a:xfrm>
                <a:off x="7373747" y="496853"/>
                <a:ext cx="76500" cy="76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10"/>
              <p:cNvSpPr/>
              <p:nvPr/>
            </p:nvSpPr>
            <p:spPr>
              <a:xfrm>
                <a:off x="6436250" y="701405"/>
                <a:ext cx="76500" cy="76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10"/>
              <p:cNvSpPr/>
              <p:nvPr/>
            </p:nvSpPr>
            <p:spPr>
              <a:xfrm>
                <a:off x="6748749" y="701405"/>
                <a:ext cx="76500" cy="76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10"/>
              <p:cNvSpPr/>
              <p:nvPr/>
            </p:nvSpPr>
            <p:spPr>
              <a:xfrm>
                <a:off x="7061248" y="701405"/>
                <a:ext cx="76500" cy="76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10"/>
              <p:cNvSpPr/>
              <p:nvPr/>
            </p:nvSpPr>
            <p:spPr>
              <a:xfrm>
                <a:off x="7373747" y="701405"/>
                <a:ext cx="76500" cy="76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1" name="Google Shape;271;p10"/>
            <p:cNvGrpSpPr/>
            <p:nvPr/>
          </p:nvGrpSpPr>
          <p:grpSpPr>
            <a:xfrm rot="5400000">
              <a:off x="8186125" y="2719768"/>
              <a:ext cx="855205" cy="409511"/>
              <a:chOff x="6436250" y="292300"/>
              <a:chExt cx="1013997" cy="485605"/>
            </a:xfrm>
          </p:grpSpPr>
          <p:sp>
            <p:nvSpPr>
              <p:cNvPr id="272" name="Google Shape;272;p10"/>
              <p:cNvSpPr/>
              <p:nvPr/>
            </p:nvSpPr>
            <p:spPr>
              <a:xfrm>
                <a:off x="6436250" y="292300"/>
                <a:ext cx="76500" cy="76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10"/>
              <p:cNvSpPr/>
              <p:nvPr/>
            </p:nvSpPr>
            <p:spPr>
              <a:xfrm>
                <a:off x="6748749" y="292300"/>
                <a:ext cx="76500" cy="76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10"/>
              <p:cNvSpPr/>
              <p:nvPr/>
            </p:nvSpPr>
            <p:spPr>
              <a:xfrm>
                <a:off x="7061248" y="292300"/>
                <a:ext cx="76500" cy="76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10"/>
              <p:cNvSpPr/>
              <p:nvPr/>
            </p:nvSpPr>
            <p:spPr>
              <a:xfrm>
                <a:off x="7373747" y="292300"/>
                <a:ext cx="76500" cy="76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10"/>
              <p:cNvSpPr/>
              <p:nvPr/>
            </p:nvSpPr>
            <p:spPr>
              <a:xfrm>
                <a:off x="6436250" y="496853"/>
                <a:ext cx="76500" cy="76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10"/>
              <p:cNvSpPr/>
              <p:nvPr/>
            </p:nvSpPr>
            <p:spPr>
              <a:xfrm>
                <a:off x="6748749" y="496853"/>
                <a:ext cx="76500" cy="76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10"/>
              <p:cNvSpPr/>
              <p:nvPr/>
            </p:nvSpPr>
            <p:spPr>
              <a:xfrm>
                <a:off x="7061248" y="496853"/>
                <a:ext cx="76500" cy="76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0"/>
              <p:cNvSpPr/>
              <p:nvPr/>
            </p:nvSpPr>
            <p:spPr>
              <a:xfrm>
                <a:off x="7373747" y="496853"/>
                <a:ext cx="76500" cy="76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10"/>
              <p:cNvSpPr/>
              <p:nvPr/>
            </p:nvSpPr>
            <p:spPr>
              <a:xfrm>
                <a:off x="6436250" y="701405"/>
                <a:ext cx="76500" cy="76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10"/>
              <p:cNvSpPr/>
              <p:nvPr/>
            </p:nvSpPr>
            <p:spPr>
              <a:xfrm>
                <a:off x="6748749" y="701405"/>
                <a:ext cx="76500" cy="76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0"/>
              <p:cNvSpPr/>
              <p:nvPr/>
            </p:nvSpPr>
            <p:spPr>
              <a:xfrm>
                <a:off x="7061248" y="701405"/>
                <a:ext cx="76500" cy="76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10"/>
              <p:cNvSpPr/>
              <p:nvPr/>
            </p:nvSpPr>
            <p:spPr>
              <a:xfrm>
                <a:off x="7373747" y="701405"/>
                <a:ext cx="76500" cy="76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84" name="Google Shape;284;p10"/>
          <p:cNvSpPr/>
          <p:nvPr/>
        </p:nvSpPr>
        <p:spPr>
          <a:xfrm rot="5400000">
            <a:off x="8250071" y="172375"/>
            <a:ext cx="948300" cy="948300"/>
          </a:xfrm>
          <a:prstGeom prst="pie">
            <a:avLst>
              <a:gd name="adj1" fmla="val 0"/>
              <a:gd name="adj2" fmla="val 10849085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0"/>
          <p:cNvSpPr/>
          <p:nvPr/>
        </p:nvSpPr>
        <p:spPr>
          <a:xfrm rot="5400000">
            <a:off x="8737825" y="201695"/>
            <a:ext cx="889200" cy="889500"/>
          </a:xfrm>
          <a:prstGeom prst="pie">
            <a:avLst>
              <a:gd name="adj1" fmla="val 0"/>
              <a:gd name="adj2" fmla="val 10849085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0"/>
          <p:cNvSpPr txBox="1">
            <a:spLocks noGrp="1"/>
          </p:cNvSpPr>
          <p:nvPr>
            <p:ph type="title"/>
          </p:nvPr>
        </p:nvSpPr>
        <p:spPr>
          <a:xfrm>
            <a:off x="734975" y="4039222"/>
            <a:ext cx="7674000" cy="4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>
                <a:highlight>
                  <a:schemeClr val="lt1"/>
                </a:highlight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ig number">
  <p:cSld name="BIG_NUMBER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1"/>
          <p:cNvSpPr/>
          <p:nvPr/>
        </p:nvSpPr>
        <p:spPr>
          <a:xfrm flipH="1">
            <a:off x="1871" y="4339600"/>
            <a:ext cx="9144000" cy="803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9" name="Google Shape;289;p11"/>
          <p:cNvPicPr preferRelativeResize="0"/>
          <p:nvPr/>
        </p:nvPicPr>
        <p:blipFill rotWithShape="1">
          <a:blip r:embed="rId2">
            <a:alphaModFix/>
          </a:blip>
          <a:srcRect r="55209"/>
          <a:stretch/>
        </p:blipFill>
        <p:spPr>
          <a:xfrm>
            <a:off x="7752800" y="-12"/>
            <a:ext cx="1398174" cy="30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1"/>
          <p:cNvSpPr/>
          <p:nvPr/>
        </p:nvSpPr>
        <p:spPr>
          <a:xfrm rot="5400000">
            <a:off x="4545452" y="250451"/>
            <a:ext cx="991200" cy="992100"/>
          </a:xfrm>
          <a:prstGeom prst="pie">
            <a:avLst>
              <a:gd name="adj1" fmla="val 0"/>
              <a:gd name="adj2" fmla="val 10849085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1"/>
          <p:cNvSpPr/>
          <p:nvPr/>
        </p:nvSpPr>
        <p:spPr>
          <a:xfrm rot="5400000">
            <a:off x="4053662" y="250451"/>
            <a:ext cx="991200" cy="992100"/>
          </a:xfrm>
          <a:prstGeom prst="pie">
            <a:avLst>
              <a:gd name="adj1" fmla="val 0"/>
              <a:gd name="adj2" fmla="val 10849085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2" name="Google Shape;292;p11"/>
          <p:cNvPicPr preferRelativeResize="0"/>
          <p:nvPr/>
        </p:nvPicPr>
        <p:blipFill rotWithShape="1">
          <a:blip r:embed="rId3">
            <a:alphaModFix amt="16000"/>
          </a:blip>
          <a:srcRect l="10152" t="42565"/>
          <a:stretch/>
        </p:blipFill>
        <p:spPr>
          <a:xfrm flipH="1">
            <a:off x="-14154" y="0"/>
            <a:ext cx="2078225" cy="13284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3" name="Google Shape;293;p11"/>
          <p:cNvGrpSpPr/>
          <p:nvPr/>
        </p:nvGrpSpPr>
        <p:grpSpPr>
          <a:xfrm rot="10800000" flipH="1">
            <a:off x="4671" y="4608410"/>
            <a:ext cx="9146051" cy="539213"/>
            <a:chOff x="5200" y="4556250"/>
            <a:chExt cx="9392125" cy="587250"/>
          </a:xfrm>
        </p:grpSpPr>
        <p:pic>
          <p:nvPicPr>
            <p:cNvPr id="294" name="Google Shape;294;p11"/>
            <p:cNvPicPr preferRelativeResize="0"/>
            <p:nvPr/>
          </p:nvPicPr>
          <p:blipFill rotWithShape="1">
            <a:blip r:embed="rId4">
              <a:alphaModFix amt="33000"/>
            </a:blip>
            <a:srcRect l="159" t="62490"/>
            <a:stretch/>
          </p:blipFill>
          <p:spPr>
            <a:xfrm>
              <a:off x="5200" y="4556250"/>
              <a:ext cx="3125850" cy="587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5" name="Google Shape;295;p11"/>
            <p:cNvPicPr preferRelativeResize="0"/>
            <p:nvPr/>
          </p:nvPicPr>
          <p:blipFill rotWithShape="1">
            <a:blip r:embed="rId4">
              <a:alphaModFix amt="33000"/>
            </a:blip>
            <a:srcRect t="62490"/>
            <a:stretch/>
          </p:blipFill>
          <p:spPr>
            <a:xfrm>
              <a:off x="3131050" y="4556250"/>
              <a:ext cx="3131049" cy="587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6" name="Google Shape;296;p11"/>
            <p:cNvPicPr preferRelativeResize="0"/>
            <p:nvPr/>
          </p:nvPicPr>
          <p:blipFill rotWithShape="1">
            <a:blip r:embed="rId4">
              <a:alphaModFix amt="33000"/>
            </a:blip>
            <a:srcRect t="62490" r="-140"/>
            <a:stretch/>
          </p:blipFill>
          <p:spPr>
            <a:xfrm>
              <a:off x="6262100" y="4556250"/>
              <a:ext cx="3135225" cy="5872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7" name="Google Shape;297;p11"/>
          <p:cNvSpPr txBox="1">
            <a:spLocks noGrp="1"/>
          </p:cNvSpPr>
          <p:nvPr>
            <p:ph type="title" hasCustomPrompt="1"/>
          </p:nvPr>
        </p:nvSpPr>
        <p:spPr>
          <a:xfrm>
            <a:off x="984575" y="1543150"/>
            <a:ext cx="7174800" cy="1571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98" name="Google Shape;298;p11"/>
          <p:cNvSpPr txBox="1">
            <a:spLocks noGrp="1"/>
          </p:cNvSpPr>
          <p:nvPr>
            <p:ph type="subTitle" idx="1"/>
          </p:nvPr>
        </p:nvSpPr>
        <p:spPr>
          <a:xfrm>
            <a:off x="984575" y="3114857"/>
            <a:ext cx="7174800" cy="392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able of contents">
  <p:cSld name="BLANK_1_1_1_1_1_1"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3"/>
          <p:cNvSpPr/>
          <p:nvPr/>
        </p:nvSpPr>
        <p:spPr>
          <a:xfrm>
            <a:off x="7882300" y="75"/>
            <a:ext cx="1264200" cy="5155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2" name="Google Shape;302;p13"/>
          <p:cNvGrpSpPr/>
          <p:nvPr/>
        </p:nvGrpSpPr>
        <p:grpSpPr>
          <a:xfrm rot="-5400000">
            <a:off x="6275150" y="2284100"/>
            <a:ext cx="5155451" cy="587251"/>
            <a:chOff x="4113150" y="4556250"/>
            <a:chExt cx="5155451" cy="587251"/>
          </a:xfrm>
        </p:grpSpPr>
        <p:pic>
          <p:nvPicPr>
            <p:cNvPr id="303" name="Google Shape;303;p13"/>
            <p:cNvPicPr preferRelativeResize="0"/>
            <p:nvPr/>
          </p:nvPicPr>
          <p:blipFill rotWithShape="1">
            <a:blip r:embed="rId2">
              <a:alphaModFix amt="33000"/>
            </a:blip>
            <a:srcRect l="31365" t="62490"/>
            <a:stretch/>
          </p:blipFill>
          <p:spPr>
            <a:xfrm>
              <a:off x="4113150" y="4556250"/>
              <a:ext cx="2148951" cy="587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4" name="Google Shape;304;p13"/>
            <p:cNvPicPr preferRelativeResize="0"/>
            <p:nvPr/>
          </p:nvPicPr>
          <p:blipFill rotWithShape="1">
            <a:blip r:embed="rId2">
              <a:alphaModFix amt="33000"/>
            </a:blip>
            <a:srcRect t="62490" r="3975"/>
            <a:stretch/>
          </p:blipFill>
          <p:spPr>
            <a:xfrm>
              <a:off x="6262100" y="4556250"/>
              <a:ext cx="3006501" cy="5872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05" name="Google Shape;305;p13"/>
          <p:cNvPicPr preferRelativeResize="0"/>
          <p:nvPr/>
        </p:nvPicPr>
        <p:blipFill rotWithShape="1">
          <a:blip r:embed="rId3">
            <a:alphaModFix amt="16000"/>
          </a:blip>
          <a:srcRect l="10152" t="37352" b="33180"/>
          <a:stretch/>
        </p:blipFill>
        <p:spPr>
          <a:xfrm>
            <a:off x="2625" y="4495450"/>
            <a:ext cx="2078225" cy="681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6" name="Google Shape;306;p13"/>
          <p:cNvGrpSpPr/>
          <p:nvPr/>
        </p:nvGrpSpPr>
        <p:grpSpPr>
          <a:xfrm>
            <a:off x="95318" y="89733"/>
            <a:ext cx="863722" cy="413639"/>
            <a:chOff x="6436250" y="292300"/>
            <a:chExt cx="1013997" cy="485605"/>
          </a:xfrm>
        </p:grpSpPr>
        <p:sp>
          <p:nvSpPr>
            <p:cNvPr id="307" name="Google Shape;307;p13"/>
            <p:cNvSpPr/>
            <p:nvPr/>
          </p:nvSpPr>
          <p:spPr>
            <a:xfrm>
              <a:off x="6436250" y="292300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13"/>
            <p:cNvSpPr/>
            <p:nvPr/>
          </p:nvSpPr>
          <p:spPr>
            <a:xfrm>
              <a:off x="6748749" y="292300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13"/>
            <p:cNvSpPr/>
            <p:nvPr/>
          </p:nvSpPr>
          <p:spPr>
            <a:xfrm>
              <a:off x="7061248" y="292300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13"/>
            <p:cNvSpPr/>
            <p:nvPr/>
          </p:nvSpPr>
          <p:spPr>
            <a:xfrm>
              <a:off x="7373747" y="292300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13"/>
            <p:cNvSpPr/>
            <p:nvPr/>
          </p:nvSpPr>
          <p:spPr>
            <a:xfrm>
              <a:off x="6436250" y="496853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13"/>
            <p:cNvSpPr/>
            <p:nvPr/>
          </p:nvSpPr>
          <p:spPr>
            <a:xfrm>
              <a:off x="6748749" y="496853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13"/>
            <p:cNvSpPr/>
            <p:nvPr/>
          </p:nvSpPr>
          <p:spPr>
            <a:xfrm>
              <a:off x="7061248" y="496853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13"/>
            <p:cNvSpPr/>
            <p:nvPr/>
          </p:nvSpPr>
          <p:spPr>
            <a:xfrm>
              <a:off x="7373747" y="496853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13"/>
            <p:cNvSpPr/>
            <p:nvPr/>
          </p:nvSpPr>
          <p:spPr>
            <a:xfrm>
              <a:off x="6436250" y="701405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13"/>
            <p:cNvSpPr/>
            <p:nvPr/>
          </p:nvSpPr>
          <p:spPr>
            <a:xfrm>
              <a:off x="6748749" y="701405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13"/>
            <p:cNvSpPr/>
            <p:nvPr/>
          </p:nvSpPr>
          <p:spPr>
            <a:xfrm>
              <a:off x="7061248" y="701405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13"/>
            <p:cNvSpPr/>
            <p:nvPr/>
          </p:nvSpPr>
          <p:spPr>
            <a:xfrm>
              <a:off x="7373747" y="701405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9" name="Google Shape;319;p13"/>
          <p:cNvGrpSpPr/>
          <p:nvPr/>
        </p:nvGrpSpPr>
        <p:grpSpPr>
          <a:xfrm>
            <a:off x="7224065" y="4759850"/>
            <a:ext cx="537423" cy="273355"/>
            <a:chOff x="384348" y="1648460"/>
            <a:chExt cx="586898" cy="298520"/>
          </a:xfrm>
        </p:grpSpPr>
        <p:sp>
          <p:nvSpPr>
            <p:cNvPr id="320" name="Google Shape;320;p13"/>
            <p:cNvSpPr/>
            <p:nvPr/>
          </p:nvSpPr>
          <p:spPr>
            <a:xfrm>
              <a:off x="384348" y="1648460"/>
              <a:ext cx="63900" cy="63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13"/>
            <p:cNvSpPr/>
            <p:nvPr/>
          </p:nvSpPr>
          <p:spPr>
            <a:xfrm>
              <a:off x="645847" y="1648460"/>
              <a:ext cx="63900" cy="63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13"/>
            <p:cNvSpPr/>
            <p:nvPr/>
          </p:nvSpPr>
          <p:spPr>
            <a:xfrm>
              <a:off x="907346" y="1648460"/>
              <a:ext cx="63900" cy="63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13"/>
            <p:cNvSpPr/>
            <p:nvPr/>
          </p:nvSpPr>
          <p:spPr>
            <a:xfrm>
              <a:off x="384348" y="1883080"/>
              <a:ext cx="63900" cy="63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13"/>
            <p:cNvSpPr/>
            <p:nvPr/>
          </p:nvSpPr>
          <p:spPr>
            <a:xfrm>
              <a:off x="645847" y="1883080"/>
              <a:ext cx="63900" cy="63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13"/>
            <p:cNvSpPr/>
            <p:nvPr/>
          </p:nvSpPr>
          <p:spPr>
            <a:xfrm>
              <a:off x="907346" y="1883080"/>
              <a:ext cx="63900" cy="63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6" name="Google Shape;326;p13"/>
          <p:cNvSpPr/>
          <p:nvPr/>
        </p:nvSpPr>
        <p:spPr>
          <a:xfrm>
            <a:off x="125225" y="4880075"/>
            <a:ext cx="1219500" cy="1219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3"/>
          <p:cNvSpPr/>
          <p:nvPr/>
        </p:nvSpPr>
        <p:spPr>
          <a:xfrm rot="5400000">
            <a:off x="7705713" y="218299"/>
            <a:ext cx="633300" cy="633600"/>
          </a:xfrm>
          <a:prstGeom prst="pie">
            <a:avLst>
              <a:gd name="adj1" fmla="val 0"/>
              <a:gd name="adj2" fmla="val 10849085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3"/>
          <p:cNvSpPr/>
          <p:nvPr/>
        </p:nvSpPr>
        <p:spPr>
          <a:xfrm rot="5400000">
            <a:off x="7391591" y="218299"/>
            <a:ext cx="633300" cy="633600"/>
          </a:xfrm>
          <a:prstGeom prst="pie">
            <a:avLst>
              <a:gd name="adj1" fmla="val 0"/>
              <a:gd name="adj2" fmla="val 10849085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3"/>
          <p:cNvSpPr txBox="1">
            <a:spLocks noGrp="1"/>
          </p:cNvSpPr>
          <p:nvPr>
            <p:ph type="subTitle" idx="1"/>
          </p:nvPr>
        </p:nvSpPr>
        <p:spPr>
          <a:xfrm>
            <a:off x="1481700" y="1421125"/>
            <a:ext cx="2472000" cy="98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330" name="Google Shape;330;p13"/>
          <p:cNvSpPr txBox="1">
            <a:spLocks noGrp="1"/>
          </p:cNvSpPr>
          <p:nvPr>
            <p:ph type="subTitle" idx="2"/>
          </p:nvPr>
        </p:nvSpPr>
        <p:spPr>
          <a:xfrm>
            <a:off x="1481675" y="2236350"/>
            <a:ext cx="2472000" cy="56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1" name="Google Shape;331;p13"/>
          <p:cNvSpPr txBox="1">
            <a:spLocks noGrp="1"/>
          </p:cNvSpPr>
          <p:nvPr>
            <p:ph type="title" hasCustomPrompt="1"/>
          </p:nvPr>
        </p:nvSpPr>
        <p:spPr>
          <a:xfrm>
            <a:off x="733950" y="1718950"/>
            <a:ext cx="700200" cy="801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3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9pPr>
          </a:lstStyle>
          <a:p>
            <a:r>
              <a:t>xx%</a:t>
            </a:r>
          </a:p>
        </p:txBody>
      </p:sp>
      <p:sp>
        <p:nvSpPr>
          <p:cNvPr id="332" name="Google Shape;332;p13"/>
          <p:cNvSpPr txBox="1">
            <a:spLocks noGrp="1"/>
          </p:cNvSpPr>
          <p:nvPr>
            <p:ph type="title" idx="3"/>
          </p:nvPr>
        </p:nvSpPr>
        <p:spPr>
          <a:xfrm>
            <a:off x="733950" y="457200"/>
            <a:ext cx="6594900" cy="6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33" name="Google Shape;333;p13"/>
          <p:cNvSpPr txBox="1">
            <a:spLocks noGrp="1"/>
          </p:cNvSpPr>
          <p:nvPr>
            <p:ph type="subTitle" idx="4"/>
          </p:nvPr>
        </p:nvSpPr>
        <p:spPr>
          <a:xfrm>
            <a:off x="4856925" y="1421125"/>
            <a:ext cx="2472000" cy="98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334" name="Google Shape;334;p13"/>
          <p:cNvSpPr txBox="1">
            <a:spLocks noGrp="1"/>
          </p:cNvSpPr>
          <p:nvPr>
            <p:ph type="subTitle" idx="5"/>
          </p:nvPr>
        </p:nvSpPr>
        <p:spPr>
          <a:xfrm>
            <a:off x="4856900" y="2236350"/>
            <a:ext cx="2472000" cy="56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5" name="Google Shape;335;p13"/>
          <p:cNvSpPr txBox="1">
            <a:spLocks noGrp="1"/>
          </p:cNvSpPr>
          <p:nvPr>
            <p:ph type="title" idx="6" hasCustomPrompt="1"/>
          </p:nvPr>
        </p:nvSpPr>
        <p:spPr>
          <a:xfrm>
            <a:off x="4109175" y="1718950"/>
            <a:ext cx="700200" cy="801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3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9pPr>
          </a:lstStyle>
          <a:p>
            <a:r>
              <a:t>xx%</a:t>
            </a:r>
          </a:p>
        </p:txBody>
      </p:sp>
      <p:sp>
        <p:nvSpPr>
          <p:cNvPr id="336" name="Google Shape;336;p13"/>
          <p:cNvSpPr txBox="1">
            <a:spLocks noGrp="1"/>
          </p:cNvSpPr>
          <p:nvPr>
            <p:ph type="subTitle" idx="7"/>
          </p:nvPr>
        </p:nvSpPr>
        <p:spPr>
          <a:xfrm>
            <a:off x="1481700" y="2996838"/>
            <a:ext cx="2472000" cy="98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337" name="Google Shape;337;p13"/>
          <p:cNvSpPr txBox="1">
            <a:spLocks noGrp="1"/>
          </p:cNvSpPr>
          <p:nvPr>
            <p:ph type="subTitle" idx="8"/>
          </p:nvPr>
        </p:nvSpPr>
        <p:spPr>
          <a:xfrm>
            <a:off x="1481675" y="3868225"/>
            <a:ext cx="2472000" cy="56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8" name="Google Shape;338;p13"/>
          <p:cNvSpPr txBox="1">
            <a:spLocks noGrp="1"/>
          </p:cNvSpPr>
          <p:nvPr>
            <p:ph type="title" idx="9" hasCustomPrompt="1"/>
          </p:nvPr>
        </p:nvSpPr>
        <p:spPr>
          <a:xfrm>
            <a:off x="733950" y="3350825"/>
            <a:ext cx="700200" cy="801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3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9pPr>
          </a:lstStyle>
          <a:p>
            <a:r>
              <a:t>xx%</a:t>
            </a:r>
          </a:p>
        </p:txBody>
      </p:sp>
      <p:sp>
        <p:nvSpPr>
          <p:cNvPr id="339" name="Google Shape;339;p13"/>
          <p:cNvSpPr txBox="1">
            <a:spLocks noGrp="1"/>
          </p:cNvSpPr>
          <p:nvPr>
            <p:ph type="subTitle" idx="13"/>
          </p:nvPr>
        </p:nvSpPr>
        <p:spPr>
          <a:xfrm>
            <a:off x="4856925" y="2996838"/>
            <a:ext cx="2472000" cy="98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340" name="Google Shape;340;p13"/>
          <p:cNvSpPr txBox="1">
            <a:spLocks noGrp="1"/>
          </p:cNvSpPr>
          <p:nvPr>
            <p:ph type="subTitle" idx="14"/>
          </p:nvPr>
        </p:nvSpPr>
        <p:spPr>
          <a:xfrm>
            <a:off x="4856900" y="3868225"/>
            <a:ext cx="2472000" cy="56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1" name="Google Shape;341;p13"/>
          <p:cNvSpPr txBox="1">
            <a:spLocks noGrp="1"/>
          </p:cNvSpPr>
          <p:nvPr>
            <p:ph type="title" idx="15" hasCustomPrompt="1"/>
          </p:nvPr>
        </p:nvSpPr>
        <p:spPr>
          <a:xfrm>
            <a:off x="4109175" y="3350825"/>
            <a:ext cx="700200" cy="801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3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">
  <p:cSld name="BLANK_1_1"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4"/>
          <p:cNvSpPr/>
          <p:nvPr/>
        </p:nvSpPr>
        <p:spPr>
          <a:xfrm flipH="1">
            <a:off x="-25900" y="-10337"/>
            <a:ext cx="1287600" cy="517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4" name="Google Shape;344;p14"/>
          <p:cNvGrpSpPr/>
          <p:nvPr/>
        </p:nvGrpSpPr>
        <p:grpSpPr>
          <a:xfrm rot="5400000" flipH="1">
            <a:off x="-2314906" y="2278885"/>
            <a:ext cx="5176073" cy="598115"/>
            <a:chOff x="4113150" y="4556250"/>
            <a:chExt cx="5155451" cy="587251"/>
          </a:xfrm>
        </p:grpSpPr>
        <p:pic>
          <p:nvPicPr>
            <p:cNvPr id="345" name="Google Shape;345;p14"/>
            <p:cNvPicPr preferRelativeResize="0"/>
            <p:nvPr/>
          </p:nvPicPr>
          <p:blipFill rotWithShape="1">
            <a:blip r:embed="rId2">
              <a:alphaModFix amt="33000"/>
            </a:blip>
            <a:srcRect l="31365" t="62490"/>
            <a:stretch/>
          </p:blipFill>
          <p:spPr>
            <a:xfrm>
              <a:off x="4113150" y="4556250"/>
              <a:ext cx="2148951" cy="587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6" name="Google Shape;346;p14"/>
            <p:cNvPicPr preferRelativeResize="0"/>
            <p:nvPr/>
          </p:nvPicPr>
          <p:blipFill rotWithShape="1">
            <a:blip r:embed="rId2">
              <a:alphaModFix amt="33000"/>
            </a:blip>
            <a:srcRect t="62490" r="3975"/>
            <a:stretch/>
          </p:blipFill>
          <p:spPr>
            <a:xfrm>
              <a:off x="6262100" y="4556250"/>
              <a:ext cx="3006501" cy="5872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7" name="Google Shape;347;p14"/>
          <p:cNvSpPr/>
          <p:nvPr/>
        </p:nvSpPr>
        <p:spPr>
          <a:xfrm>
            <a:off x="7882300" y="-47514"/>
            <a:ext cx="1287600" cy="525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8" name="Google Shape;348;p14"/>
          <p:cNvGrpSpPr/>
          <p:nvPr/>
        </p:nvGrpSpPr>
        <p:grpSpPr>
          <a:xfrm rot="-5400000">
            <a:off x="6245382" y="2278855"/>
            <a:ext cx="5250827" cy="598115"/>
            <a:chOff x="4113150" y="4556250"/>
            <a:chExt cx="5155451" cy="587251"/>
          </a:xfrm>
        </p:grpSpPr>
        <p:pic>
          <p:nvPicPr>
            <p:cNvPr id="349" name="Google Shape;349;p14"/>
            <p:cNvPicPr preferRelativeResize="0"/>
            <p:nvPr/>
          </p:nvPicPr>
          <p:blipFill rotWithShape="1">
            <a:blip r:embed="rId2">
              <a:alphaModFix amt="33000"/>
            </a:blip>
            <a:srcRect l="31365" t="62490"/>
            <a:stretch/>
          </p:blipFill>
          <p:spPr>
            <a:xfrm>
              <a:off x="4113150" y="4556250"/>
              <a:ext cx="2148951" cy="587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0" name="Google Shape;350;p14"/>
            <p:cNvPicPr preferRelativeResize="0"/>
            <p:nvPr/>
          </p:nvPicPr>
          <p:blipFill rotWithShape="1">
            <a:blip r:embed="rId2">
              <a:alphaModFix amt="33000"/>
            </a:blip>
            <a:srcRect t="62490" r="3975"/>
            <a:stretch/>
          </p:blipFill>
          <p:spPr>
            <a:xfrm>
              <a:off x="6262100" y="4556250"/>
              <a:ext cx="3006501" cy="5872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1" name="Google Shape;351;p14"/>
          <p:cNvGrpSpPr/>
          <p:nvPr/>
        </p:nvGrpSpPr>
        <p:grpSpPr>
          <a:xfrm>
            <a:off x="831293" y="4608408"/>
            <a:ext cx="863722" cy="413639"/>
            <a:chOff x="6436250" y="292300"/>
            <a:chExt cx="1013997" cy="485605"/>
          </a:xfrm>
        </p:grpSpPr>
        <p:sp>
          <p:nvSpPr>
            <p:cNvPr id="352" name="Google Shape;352;p14"/>
            <p:cNvSpPr/>
            <p:nvPr/>
          </p:nvSpPr>
          <p:spPr>
            <a:xfrm>
              <a:off x="6436250" y="292300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14"/>
            <p:cNvSpPr/>
            <p:nvPr/>
          </p:nvSpPr>
          <p:spPr>
            <a:xfrm>
              <a:off x="6748749" y="292300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14"/>
            <p:cNvSpPr/>
            <p:nvPr/>
          </p:nvSpPr>
          <p:spPr>
            <a:xfrm>
              <a:off x="7061248" y="292300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14"/>
            <p:cNvSpPr/>
            <p:nvPr/>
          </p:nvSpPr>
          <p:spPr>
            <a:xfrm>
              <a:off x="7373747" y="292300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14"/>
            <p:cNvSpPr/>
            <p:nvPr/>
          </p:nvSpPr>
          <p:spPr>
            <a:xfrm>
              <a:off x="6436250" y="496853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14"/>
            <p:cNvSpPr/>
            <p:nvPr/>
          </p:nvSpPr>
          <p:spPr>
            <a:xfrm>
              <a:off x="6748749" y="496853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14"/>
            <p:cNvSpPr/>
            <p:nvPr/>
          </p:nvSpPr>
          <p:spPr>
            <a:xfrm>
              <a:off x="7061248" y="496853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14"/>
            <p:cNvSpPr/>
            <p:nvPr/>
          </p:nvSpPr>
          <p:spPr>
            <a:xfrm>
              <a:off x="7373747" y="496853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4"/>
            <p:cNvSpPr/>
            <p:nvPr/>
          </p:nvSpPr>
          <p:spPr>
            <a:xfrm>
              <a:off x="6436250" y="701405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14"/>
            <p:cNvSpPr/>
            <p:nvPr/>
          </p:nvSpPr>
          <p:spPr>
            <a:xfrm>
              <a:off x="6748749" y="701405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14"/>
            <p:cNvSpPr/>
            <p:nvPr/>
          </p:nvSpPr>
          <p:spPr>
            <a:xfrm>
              <a:off x="7061248" y="701405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14"/>
            <p:cNvSpPr/>
            <p:nvPr/>
          </p:nvSpPr>
          <p:spPr>
            <a:xfrm>
              <a:off x="7373747" y="701405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4" name="Google Shape;364;p14"/>
          <p:cNvGrpSpPr/>
          <p:nvPr/>
        </p:nvGrpSpPr>
        <p:grpSpPr>
          <a:xfrm rot="-5400000">
            <a:off x="7968390" y="261750"/>
            <a:ext cx="537423" cy="273355"/>
            <a:chOff x="384348" y="1648460"/>
            <a:chExt cx="586898" cy="298520"/>
          </a:xfrm>
        </p:grpSpPr>
        <p:sp>
          <p:nvSpPr>
            <p:cNvPr id="365" name="Google Shape;365;p14"/>
            <p:cNvSpPr/>
            <p:nvPr/>
          </p:nvSpPr>
          <p:spPr>
            <a:xfrm>
              <a:off x="384348" y="1648460"/>
              <a:ext cx="63900" cy="63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14"/>
            <p:cNvSpPr/>
            <p:nvPr/>
          </p:nvSpPr>
          <p:spPr>
            <a:xfrm>
              <a:off x="645847" y="1648460"/>
              <a:ext cx="63900" cy="63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4"/>
            <p:cNvSpPr/>
            <p:nvPr/>
          </p:nvSpPr>
          <p:spPr>
            <a:xfrm>
              <a:off x="907346" y="1648460"/>
              <a:ext cx="63900" cy="63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4"/>
            <p:cNvSpPr/>
            <p:nvPr/>
          </p:nvSpPr>
          <p:spPr>
            <a:xfrm>
              <a:off x="384348" y="1883080"/>
              <a:ext cx="63900" cy="63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4"/>
            <p:cNvSpPr/>
            <p:nvPr/>
          </p:nvSpPr>
          <p:spPr>
            <a:xfrm>
              <a:off x="645847" y="1883080"/>
              <a:ext cx="63900" cy="63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4"/>
            <p:cNvSpPr/>
            <p:nvPr/>
          </p:nvSpPr>
          <p:spPr>
            <a:xfrm>
              <a:off x="907346" y="1883080"/>
              <a:ext cx="63900" cy="63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1" name="Google Shape;371;p14"/>
          <p:cNvSpPr/>
          <p:nvPr/>
        </p:nvSpPr>
        <p:spPr>
          <a:xfrm rot="5400000">
            <a:off x="1447750" y="218150"/>
            <a:ext cx="1124100" cy="1124700"/>
          </a:xfrm>
          <a:prstGeom prst="pie">
            <a:avLst>
              <a:gd name="adj1" fmla="val 0"/>
              <a:gd name="adj2" fmla="val 10849085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14"/>
          <p:cNvSpPr/>
          <p:nvPr/>
        </p:nvSpPr>
        <p:spPr>
          <a:xfrm rot="5400000">
            <a:off x="890157" y="218150"/>
            <a:ext cx="1124100" cy="1124700"/>
          </a:xfrm>
          <a:prstGeom prst="pie">
            <a:avLst>
              <a:gd name="adj1" fmla="val 0"/>
              <a:gd name="adj2" fmla="val 10849085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3" name="Google Shape;3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1301" y="3759100"/>
            <a:ext cx="2458673" cy="2458674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14"/>
          <p:cNvSpPr txBox="1">
            <a:spLocks noGrp="1"/>
          </p:cNvSpPr>
          <p:nvPr>
            <p:ph type="title"/>
          </p:nvPr>
        </p:nvSpPr>
        <p:spPr>
          <a:xfrm>
            <a:off x="1933361" y="3112750"/>
            <a:ext cx="5277300" cy="553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75" name="Google Shape;375;p14"/>
          <p:cNvSpPr txBox="1">
            <a:spLocks noGrp="1"/>
          </p:cNvSpPr>
          <p:nvPr>
            <p:ph type="subTitle" idx="1"/>
          </p:nvPr>
        </p:nvSpPr>
        <p:spPr>
          <a:xfrm>
            <a:off x="1933350" y="1676675"/>
            <a:ext cx="5277300" cy="143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 1">
  <p:cSld name="TITLE_ONLY_1_1"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7" name="Google Shape;377;p15"/>
          <p:cNvGrpSpPr/>
          <p:nvPr/>
        </p:nvGrpSpPr>
        <p:grpSpPr>
          <a:xfrm>
            <a:off x="0" y="0"/>
            <a:ext cx="462225" cy="5144901"/>
            <a:chOff x="0" y="0"/>
            <a:chExt cx="462225" cy="5144901"/>
          </a:xfrm>
        </p:grpSpPr>
        <p:pic>
          <p:nvPicPr>
            <p:cNvPr id="378" name="Google Shape;378;p15"/>
            <p:cNvPicPr preferRelativeResize="0"/>
            <p:nvPr/>
          </p:nvPicPr>
          <p:blipFill rotWithShape="1">
            <a:blip r:embed="rId2">
              <a:alphaModFix/>
            </a:blip>
            <a:srcRect t="62400"/>
            <a:stretch/>
          </p:blipFill>
          <p:spPr>
            <a:xfrm rot="5400000">
              <a:off x="-1703950" y="1703950"/>
              <a:ext cx="3870124" cy="462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9" name="Google Shape;379;p15"/>
            <p:cNvPicPr preferRelativeResize="0"/>
            <p:nvPr/>
          </p:nvPicPr>
          <p:blipFill rotWithShape="1">
            <a:blip r:embed="rId2">
              <a:alphaModFix/>
            </a:blip>
            <a:srcRect t="62400" r="62552"/>
            <a:stretch/>
          </p:blipFill>
          <p:spPr>
            <a:xfrm rot="5400000">
              <a:off x="-493538" y="4189138"/>
              <a:ext cx="1449301" cy="4622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80" name="Google Shape;380;p15"/>
          <p:cNvPicPr preferRelativeResize="0"/>
          <p:nvPr/>
        </p:nvPicPr>
        <p:blipFill rotWithShape="1">
          <a:blip r:embed="rId3">
            <a:alphaModFix amt="16000"/>
          </a:blip>
          <a:srcRect l="10152" t="42564" b="28521"/>
          <a:stretch/>
        </p:blipFill>
        <p:spPr>
          <a:xfrm rot="10800000">
            <a:off x="7550524" y="4646449"/>
            <a:ext cx="1593476" cy="512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79638" y="-1368175"/>
            <a:ext cx="2458673" cy="2458674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15"/>
          <p:cNvSpPr/>
          <p:nvPr/>
        </p:nvSpPr>
        <p:spPr>
          <a:xfrm>
            <a:off x="199400" y="4687950"/>
            <a:ext cx="1427400" cy="1427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3" name="Google Shape;383;p15"/>
          <p:cNvGrpSpPr/>
          <p:nvPr/>
        </p:nvGrpSpPr>
        <p:grpSpPr>
          <a:xfrm>
            <a:off x="1039952" y="4866545"/>
            <a:ext cx="835432" cy="400090"/>
            <a:chOff x="6436250" y="292300"/>
            <a:chExt cx="1013997" cy="485605"/>
          </a:xfrm>
        </p:grpSpPr>
        <p:sp>
          <p:nvSpPr>
            <p:cNvPr id="384" name="Google Shape;384;p15"/>
            <p:cNvSpPr/>
            <p:nvPr/>
          </p:nvSpPr>
          <p:spPr>
            <a:xfrm>
              <a:off x="6436250" y="292300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15"/>
            <p:cNvSpPr/>
            <p:nvPr/>
          </p:nvSpPr>
          <p:spPr>
            <a:xfrm>
              <a:off x="6748749" y="292300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15"/>
            <p:cNvSpPr/>
            <p:nvPr/>
          </p:nvSpPr>
          <p:spPr>
            <a:xfrm>
              <a:off x="7061248" y="292300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15"/>
            <p:cNvSpPr/>
            <p:nvPr/>
          </p:nvSpPr>
          <p:spPr>
            <a:xfrm>
              <a:off x="7373747" y="292300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15"/>
            <p:cNvSpPr/>
            <p:nvPr/>
          </p:nvSpPr>
          <p:spPr>
            <a:xfrm>
              <a:off x="6436250" y="496853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15"/>
            <p:cNvSpPr/>
            <p:nvPr/>
          </p:nvSpPr>
          <p:spPr>
            <a:xfrm>
              <a:off x="6748749" y="496853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15"/>
            <p:cNvSpPr/>
            <p:nvPr/>
          </p:nvSpPr>
          <p:spPr>
            <a:xfrm>
              <a:off x="7061248" y="496853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15"/>
            <p:cNvSpPr/>
            <p:nvPr/>
          </p:nvSpPr>
          <p:spPr>
            <a:xfrm>
              <a:off x="7373747" y="496853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15"/>
            <p:cNvSpPr/>
            <p:nvPr/>
          </p:nvSpPr>
          <p:spPr>
            <a:xfrm>
              <a:off x="6436250" y="701405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5"/>
            <p:cNvSpPr/>
            <p:nvPr/>
          </p:nvSpPr>
          <p:spPr>
            <a:xfrm>
              <a:off x="6748749" y="701405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5"/>
            <p:cNvSpPr/>
            <p:nvPr/>
          </p:nvSpPr>
          <p:spPr>
            <a:xfrm>
              <a:off x="7061248" y="701405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5"/>
            <p:cNvSpPr/>
            <p:nvPr/>
          </p:nvSpPr>
          <p:spPr>
            <a:xfrm>
              <a:off x="7373747" y="701405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6" name="Google Shape;396;p15"/>
          <p:cNvSpPr txBox="1">
            <a:spLocks noGrp="1"/>
          </p:cNvSpPr>
          <p:nvPr>
            <p:ph type="title"/>
          </p:nvPr>
        </p:nvSpPr>
        <p:spPr>
          <a:xfrm>
            <a:off x="856050" y="457200"/>
            <a:ext cx="7431000" cy="5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 2">
  <p:cSld name="TITLE_ONLY_1"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8" name="Google Shape;398;p16"/>
          <p:cNvGrpSpPr/>
          <p:nvPr/>
        </p:nvGrpSpPr>
        <p:grpSpPr>
          <a:xfrm flipH="1">
            <a:off x="8681786" y="0"/>
            <a:ext cx="462225" cy="5144901"/>
            <a:chOff x="0" y="0"/>
            <a:chExt cx="462225" cy="5144901"/>
          </a:xfrm>
        </p:grpSpPr>
        <p:pic>
          <p:nvPicPr>
            <p:cNvPr id="399" name="Google Shape;399;p16"/>
            <p:cNvPicPr preferRelativeResize="0"/>
            <p:nvPr/>
          </p:nvPicPr>
          <p:blipFill rotWithShape="1">
            <a:blip r:embed="rId2">
              <a:alphaModFix/>
            </a:blip>
            <a:srcRect t="62400"/>
            <a:stretch/>
          </p:blipFill>
          <p:spPr>
            <a:xfrm rot="5400000">
              <a:off x="-1703950" y="1703950"/>
              <a:ext cx="3870124" cy="462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0" name="Google Shape;400;p16"/>
            <p:cNvPicPr preferRelativeResize="0"/>
            <p:nvPr/>
          </p:nvPicPr>
          <p:blipFill rotWithShape="1">
            <a:blip r:embed="rId2">
              <a:alphaModFix/>
            </a:blip>
            <a:srcRect t="62400" r="62552"/>
            <a:stretch/>
          </p:blipFill>
          <p:spPr>
            <a:xfrm rot="5400000">
              <a:off x="-493538" y="4189138"/>
              <a:ext cx="1449301" cy="4622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01" name="Google Shape;401;p16"/>
          <p:cNvPicPr preferRelativeResize="0"/>
          <p:nvPr/>
        </p:nvPicPr>
        <p:blipFill rotWithShape="1">
          <a:blip r:embed="rId3">
            <a:alphaModFix amt="16000"/>
          </a:blip>
          <a:srcRect l="10152" t="42564" b="30861"/>
          <a:stretch/>
        </p:blipFill>
        <p:spPr>
          <a:xfrm flipH="1">
            <a:off x="10" y="4687950"/>
            <a:ext cx="1593476" cy="47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-494300" y="-1368175"/>
            <a:ext cx="2458673" cy="2458674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16"/>
          <p:cNvSpPr/>
          <p:nvPr/>
        </p:nvSpPr>
        <p:spPr>
          <a:xfrm flipH="1">
            <a:off x="7517211" y="4687950"/>
            <a:ext cx="1427400" cy="1427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4" name="Google Shape;404;p16"/>
          <p:cNvGrpSpPr/>
          <p:nvPr/>
        </p:nvGrpSpPr>
        <p:grpSpPr>
          <a:xfrm flipH="1">
            <a:off x="7268627" y="4866545"/>
            <a:ext cx="835432" cy="400090"/>
            <a:chOff x="6436250" y="292300"/>
            <a:chExt cx="1013997" cy="485605"/>
          </a:xfrm>
        </p:grpSpPr>
        <p:sp>
          <p:nvSpPr>
            <p:cNvPr id="405" name="Google Shape;405;p16"/>
            <p:cNvSpPr/>
            <p:nvPr/>
          </p:nvSpPr>
          <p:spPr>
            <a:xfrm>
              <a:off x="6436250" y="292300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6"/>
            <p:cNvSpPr/>
            <p:nvPr/>
          </p:nvSpPr>
          <p:spPr>
            <a:xfrm>
              <a:off x="6748749" y="292300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6"/>
            <p:cNvSpPr/>
            <p:nvPr/>
          </p:nvSpPr>
          <p:spPr>
            <a:xfrm>
              <a:off x="7061248" y="292300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6"/>
            <p:cNvSpPr/>
            <p:nvPr/>
          </p:nvSpPr>
          <p:spPr>
            <a:xfrm>
              <a:off x="7373747" y="292300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6"/>
            <p:cNvSpPr/>
            <p:nvPr/>
          </p:nvSpPr>
          <p:spPr>
            <a:xfrm>
              <a:off x="6436250" y="496853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6"/>
            <p:cNvSpPr/>
            <p:nvPr/>
          </p:nvSpPr>
          <p:spPr>
            <a:xfrm>
              <a:off x="6748749" y="496853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16"/>
            <p:cNvSpPr/>
            <p:nvPr/>
          </p:nvSpPr>
          <p:spPr>
            <a:xfrm>
              <a:off x="7061248" y="496853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16"/>
            <p:cNvSpPr/>
            <p:nvPr/>
          </p:nvSpPr>
          <p:spPr>
            <a:xfrm>
              <a:off x="7373747" y="496853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16"/>
            <p:cNvSpPr/>
            <p:nvPr/>
          </p:nvSpPr>
          <p:spPr>
            <a:xfrm>
              <a:off x="6436250" y="701405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16"/>
            <p:cNvSpPr/>
            <p:nvPr/>
          </p:nvSpPr>
          <p:spPr>
            <a:xfrm>
              <a:off x="6748749" y="701405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16"/>
            <p:cNvSpPr/>
            <p:nvPr/>
          </p:nvSpPr>
          <p:spPr>
            <a:xfrm>
              <a:off x="7061248" y="701405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16"/>
            <p:cNvSpPr/>
            <p:nvPr/>
          </p:nvSpPr>
          <p:spPr>
            <a:xfrm>
              <a:off x="7373747" y="701405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7" name="Google Shape;417;p16"/>
          <p:cNvSpPr txBox="1">
            <a:spLocks noGrp="1"/>
          </p:cNvSpPr>
          <p:nvPr>
            <p:ph type="title"/>
          </p:nvPr>
        </p:nvSpPr>
        <p:spPr>
          <a:xfrm>
            <a:off x="856050" y="457200"/>
            <a:ext cx="7431000" cy="6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 3">
  <p:cSld name="TITLE_ONLY_2"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7"/>
          <p:cNvSpPr txBox="1">
            <a:spLocks noGrp="1"/>
          </p:cNvSpPr>
          <p:nvPr>
            <p:ph type="title"/>
          </p:nvPr>
        </p:nvSpPr>
        <p:spPr>
          <a:xfrm>
            <a:off x="856050" y="457200"/>
            <a:ext cx="7431000" cy="5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420" name="Google Shape;420;p17"/>
          <p:cNvGrpSpPr/>
          <p:nvPr/>
        </p:nvGrpSpPr>
        <p:grpSpPr>
          <a:xfrm flipH="1">
            <a:off x="8681786" y="0"/>
            <a:ext cx="462225" cy="5144901"/>
            <a:chOff x="0" y="0"/>
            <a:chExt cx="462225" cy="5144901"/>
          </a:xfrm>
        </p:grpSpPr>
        <p:pic>
          <p:nvPicPr>
            <p:cNvPr id="421" name="Google Shape;421;p17"/>
            <p:cNvPicPr preferRelativeResize="0"/>
            <p:nvPr/>
          </p:nvPicPr>
          <p:blipFill rotWithShape="1">
            <a:blip r:embed="rId2">
              <a:alphaModFix/>
            </a:blip>
            <a:srcRect t="62400"/>
            <a:stretch/>
          </p:blipFill>
          <p:spPr>
            <a:xfrm rot="5400000">
              <a:off x="-1703950" y="1703950"/>
              <a:ext cx="3870124" cy="462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2" name="Google Shape;422;p17"/>
            <p:cNvPicPr preferRelativeResize="0"/>
            <p:nvPr/>
          </p:nvPicPr>
          <p:blipFill rotWithShape="1">
            <a:blip r:embed="rId2">
              <a:alphaModFix/>
            </a:blip>
            <a:srcRect t="62400" r="62552"/>
            <a:stretch/>
          </p:blipFill>
          <p:spPr>
            <a:xfrm rot="5400000">
              <a:off x="-493538" y="4189138"/>
              <a:ext cx="1449301" cy="4622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23" name="Google Shape;423;p17"/>
          <p:cNvPicPr preferRelativeResize="0"/>
          <p:nvPr/>
        </p:nvPicPr>
        <p:blipFill rotWithShape="1">
          <a:blip r:embed="rId3">
            <a:alphaModFix/>
          </a:blip>
          <a:srcRect l="797" r="806"/>
          <a:stretch/>
        </p:blipFill>
        <p:spPr>
          <a:xfrm flipH="1">
            <a:off x="-494300" y="-1368175"/>
            <a:ext cx="2458673" cy="2458675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17"/>
          <p:cNvSpPr/>
          <p:nvPr/>
        </p:nvSpPr>
        <p:spPr>
          <a:xfrm flipH="1">
            <a:off x="7517211" y="4687950"/>
            <a:ext cx="1427400" cy="1427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5" name="Google Shape;425;p17"/>
          <p:cNvGrpSpPr/>
          <p:nvPr/>
        </p:nvGrpSpPr>
        <p:grpSpPr>
          <a:xfrm flipH="1">
            <a:off x="7268627" y="4866545"/>
            <a:ext cx="835432" cy="400090"/>
            <a:chOff x="6436250" y="292300"/>
            <a:chExt cx="1013997" cy="485605"/>
          </a:xfrm>
        </p:grpSpPr>
        <p:sp>
          <p:nvSpPr>
            <p:cNvPr id="426" name="Google Shape;426;p17"/>
            <p:cNvSpPr/>
            <p:nvPr/>
          </p:nvSpPr>
          <p:spPr>
            <a:xfrm>
              <a:off x="6436250" y="292300"/>
              <a:ext cx="76500" cy="7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17"/>
            <p:cNvSpPr/>
            <p:nvPr/>
          </p:nvSpPr>
          <p:spPr>
            <a:xfrm>
              <a:off x="6748749" y="292300"/>
              <a:ext cx="76500" cy="7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17"/>
            <p:cNvSpPr/>
            <p:nvPr/>
          </p:nvSpPr>
          <p:spPr>
            <a:xfrm>
              <a:off x="7061248" y="292300"/>
              <a:ext cx="76500" cy="7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17"/>
            <p:cNvSpPr/>
            <p:nvPr/>
          </p:nvSpPr>
          <p:spPr>
            <a:xfrm>
              <a:off x="7373747" y="292300"/>
              <a:ext cx="76500" cy="7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17"/>
            <p:cNvSpPr/>
            <p:nvPr/>
          </p:nvSpPr>
          <p:spPr>
            <a:xfrm>
              <a:off x="6436250" y="496853"/>
              <a:ext cx="76500" cy="7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17"/>
            <p:cNvSpPr/>
            <p:nvPr/>
          </p:nvSpPr>
          <p:spPr>
            <a:xfrm>
              <a:off x="6748749" y="496853"/>
              <a:ext cx="76500" cy="7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17"/>
            <p:cNvSpPr/>
            <p:nvPr/>
          </p:nvSpPr>
          <p:spPr>
            <a:xfrm>
              <a:off x="7061248" y="496853"/>
              <a:ext cx="76500" cy="7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17"/>
            <p:cNvSpPr/>
            <p:nvPr/>
          </p:nvSpPr>
          <p:spPr>
            <a:xfrm>
              <a:off x="7373747" y="496853"/>
              <a:ext cx="76500" cy="7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17"/>
            <p:cNvSpPr/>
            <p:nvPr/>
          </p:nvSpPr>
          <p:spPr>
            <a:xfrm>
              <a:off x="6436250" y="701405"/>
              <a:ext cx="76500" cy="7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17"/>
            <p:cNvSpPr/>
            <p:nvPr/>
          </p:nvSpPr>
          <p:spPr>
            <a:xfrm>
              <a:off x="6748749" y="701405"/>
              <a:ext cx="76500" cy="7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17"/>
            <p:cNvSpPr/>
            <p:nvPr/>
          </p:nvSpPr>
          <p:spPr>
            <a:xfrm>
              <a:off x="7061248" y="701405"/>
              <a:ext cx="76500" cy="7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17"/>
            <p:cNvSpPr/>
            <p:nvPr/>
          </p:nvSpPr>
          <p:spPr>
            <a:xfrm>
              <a:off x="7373747" y="701405"/>
              <a:ext cx="76500" cy="7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8" name="Google Shape;438;p17"/>
          <p:cNvSpPr/>
          <p:nvPr/>
        </p:nvSpPr>
        <p:spPr>
          <a:xfrm flipH="1">
            <a:off x="-866089" y="3369325"/>
            <a:ext cx="1427400" cy="1427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text 1">
  <p:cSld name="CUSTOM_4_1"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8"/>
          <p:cNvSpPr/>
          <p:nvPr/>
        </p:nvSpPr>
        <p:spPr>
          <a:xfrm flipH="1">
            <a:off x="-512702" y="-200"/>
            <a:ext cx="879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41" name="Google Shape;441;p18"/>
          <p:cNvPicPr preferRelativeResize="0"/>
          <p:nvPr/>
        </p:nvPicPr>
        <p:blipFill rotWithShape="1">
          <a:blip r:embed="rId2">
            <a:alphaModFix amt="16000"/>
          </a:blip>
          <a:srcRect l="10152" t="42565"/>
          <a:stretch/>
        </p:blipFill>
        <p:spPr>
          <a:xfrm rot="5400000">
            <a:off x="7769467" y="292188"/>
            <a:ext cx="1677050" cy="10720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2" name="Google Shape;442;p18"/>
          <p:cNvGrpSpPr/>
          <p:nvPr/>
        </p:nvGrpSpPr>
        <p:grpSpPr>
          <a:xfrm rot="10800000">
            <a:off x="7550074" y="4043434"/>
            <a:ext cx="839278" cy="999375"/>
            <a:chOff x="167916" y="3616075"/>
            <a:chExt cx="1005484" cy="1197286"/>
          </a:xfrm>
        </p:grpSpPr>
        <p:pic>
          <p:nvPicPr>
            <p:cNvPr id="443" name="Google Shape;443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-130994" y="3914985"/>
              <a:ext cx="1197286" cy="5994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4" name="Google Shape;444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5400000">
              <a:off x="566538" y="4011713"/>
              <a:ext cx="807699" cy="4060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45" name="Google Shape;445;p18"/>
          <p:cNvPicPr preferRelativeResize="0"/>
          <p:nvPr/>
        </p:nvPicPr>
        <p:blipFill rotWithShape="1">
          <a:blip r:embed="rId5">
            <a:alphaModFix/>
          </a:blip>
          <a:srcRect r="55209" b="45875"/>
          <a:stretch/>
        </p:blipFill>
        <p:spPr>
          <a:xfrm rot="5400000">
            <a:off x="-431238" y="3491763"/>
            <a:ext cx="1570026" cy="18668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6" name="Google Shape;446;p18"/>
          <p:cNvGrpSpPr/>
          <p:nvPr/>
        </p:nvGrpSpPr>
        <p:grpSpPr>
          <a:xfrm>
            <a:off x="6794151" y="102235"/>
            <a:ext cx="586898" cy="298520"/>
            <a:chOff x="384348" y="1648460"/>
            <a:chExt cx="586898" cy="298520"/>
          </a:xfrm>
        </p:grpSpPr>
        <p:sp>
          <p:nvSpPr>
            <p:cNvPr id="447" name="Google Shape;447;p18"/>
            <p:cNvSpPr/>
            <p:nvPr/>
          </p:nvSpPr>
          <p:spPr>
            <a:xfrm>
              <a:off x="384348" y="1648460"/>
              <a:ext cx="63900" cy="63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18"/>
            <p:cNvSpPr/>
            <p:nvPr/>
          </p:nvSpPr>
          <p:spPr>
            <a:xfrm>
              <a:off x="645847" y="1648460"/>
              <a:ext cx="63900" cy="63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18"/>
            <p:cNvSpPr/>
            <p:nvPr/>
          </p:nvSpPr>
          <p:spPr>
            <a:xfrm>
              <a:off x="907346" y="1648460"/>
              <a:ext cx="63900" cy="63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18"/>
            <p:cNvSpPr/>
            <p:nvPr/>
          </p:nvSpPr>
          <p:spPr>
            <a:xfrm>
              <a:off x="384348" y="1883080"/>
              <a:ext cx="63900" cy="63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18"/>
            <p:cNvSpPr/>
            <p:nvPr/>
          </p:nvSpPr>
          <p:spPr>
            <a:xfrm>
              <a:off x="645847" y="1883080"/>
              <a:ext cx="63900" cy="63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18"/>
            <p:cNvSpPr/>
            <p:nvPr/>
          </p:nvSpPr>
          <p:spPr>
            <a:xfrm>
              <a:off x="907346" y="1883080"/>
              <a:ext cx="63900" cy="63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3" name="Google Shape;453;p18"/>
          <p:cNvGrpSpPr/>
          <p:nvPr/>
        </p:nvGrpSpPr>
        <p:grpSpPr>
          <a:xfrm rot="-5400000">
            <a:off x="-231124" y="236585"/>
            <a:ext cx="586898" cy="298520"/>
            <a:chOff x="384348" y="1648460"/>
            <a:chExt cx="586898" cy="298520"/>
          </a:xfrm>
        </p:grpSpPr>
        <p:sp>
          <p:nvSpPr>
            <p:cNvPr id="454" name="Google Shape;454;p18"/>
            <p:cNvSpPr/>
            <p:nvPr/>
          </p:nvSpPr>
          <p:spPr>
            <a:xfrm>
              <a:off x="384348" y="1648460"/>
              <a:ext cx="63900" cy="63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18"/>
            <p:cNvSpPr/>
            <p:nvPr/>
          </p:nvSpPr>
          <p:spPr>
            <a:xfrm>
              <a:off x="645847" y="1648460"/>
              <a:ext cx="63900" cy="63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18"/>
            <p:cNvSpPr/>
            <p:nvPr/>
          </p:nvSpPr>
          <p:spPr>
            <a:xfrm>
              <a:off x="907346" y="1648460"/>
              <a:ext cx="63900" cy="63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18"/>
            <p:cNvSpPr/>
            <p:nvPr/>
          </p:nvSpPr>
          <p:spPr>
            <a:xfrm>
              <a:off x="384348" y="1883080"/>
              <a:ext cx="63900" cy="63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18"/>
            <p:cNvSpPr/>
            <p:nvPr/>
          </p:nvSpPr>
          <p:spPr>
            <a:xfrm>
              <a:off x="645847" y="1883080"/>
              <a:ext cx="63900" cy="63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18"/>
            <p:cNvSpPr/>
            <p:nvPr/>
          </p:nvSpPr>
          <p:spPr>
            <a:xfrm>
              <a:off x="907346" y="1883080"/>
              <a:ext cx="63900" cy="63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0" name="Google Shape;460;p18"/>
          <p:cNvSpPr txBox="1">
            <a:spLocks noGrp="1"/>
          </p:cNvSpPr>
          <p:nvPr>
            <p:ph type="title"/>
          </p:nvPr>
        </p:nvSpPr>
        <p:spPr>
          <a:xfrm>
            <a:off x="4799125" y="1777175"/>
            <a:ext cx="3475800" cy="6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61" name="Google Shape;461;p18"/>
          <p:cNvSpPr txBox="1">
            <a:spLocks noGrp="1"/>
          </p:cNvSpPr>
          <p:nvPr>
            <p:ph type="subTitle" idx="1"/>
          </p:nvPr>
        </p:nvSpPr>
        <p:spPr>
          <a:xfrm>
            <a:off x="4799125" y="2435975"/>
            <a:ext cx="3475800" cy="8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text 2">
  <p:cSld name="ONE_COLUMN_TEXT_1"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3" name="Google Shape;463;p19"/>
          <p:cNvPicPr preferRelativeResize="0"/>
          <p:nvPr/>
        </p:nvPicPr>
        <p:blipFill rotWithShape="1">
          <a:blip r:embed="rId2">
            <a:alphaModFix amt="16000"/>
          </a:blip>
          <a:srcRect l="10152" t="42566" b="28859"/>
          <a:stretch/>
        </p:blipFill>
        <p:spPr>
          <a:xfrm rot="-5400000">
            <a:off x="-635874" y="635875"/>
            <a:ext cx="1864775" cy="5930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4" name="Google Shape;464;p19"/>
          <p:cNvGrpSpPr/>
          <p:nvPr/>
        </p:nvGrpSpPr>
        <p:grpSpPr>
          <a:xfrm rot="-5400000" flipH="1">
            <a:off x="-123417" y="4401583"/>
            <a:ext cx="863722" cy="413639"/>
            <a:chOff x="6436250" y="292300"/>
            <a:chExt cx="1013997" cy="485605"/>
          </a:xfrm>
        </p:grpSpPr>
        <p:sp>
          <p:nvSpPr>
            <p:cNvPr id="465" name="Google Shape;465;p19"/>
            <p:cNvSpPr/>
            <p:nvPr/>
          </p:nvSpPr>
          <p:spPr>
            <a:xfrm>
              <a:off x="6436250" y="292300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19"/>
            <p:cNvSpPr/>
            <p:nvPr/>
          </p:nvSpPr>
          <p:spPr>
            <a:xfrm>
              <a:off x="6748749" y="292300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19"/>
            <p:cNvSpPr/>
            <p:nvPr/>
          </p:nvSpPr>
          <p:spPr>
            <a:xfrm>
              <a:off x="7061248" y="292300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19"/>
            <p:cNvSpPr/>
            <p:nvPr/>
          </p:nvSpPr>
          <p:spPr>
            <a:xfrm>
              <a:off x="7373747" y="292300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19"/>
            <p:cNvSpPr/>
            <p:nvPr/>
          </p:nvSpPr>
          <p:spPr>
            <a:xfrm>
              <a:off x="6436250" y="496853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19"/>
            <p:cNvSpPr/>
            <p:nvPr/>
          </p:nvSpPr>
          <p:spPr>
            <a:xfrm>
              <a:off x="6748749" y="496853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19"/>
            <p:cNvSpPr/>
            <p:nvPr/>
          </p:nvSpPr>
          <p:spPr>
            <a:xfrm>
              <a:off x="7061248" y="496853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19"/>
            <p:cNvSpPr/>
            <p:nvPr/>
          </p:nvSpPr>
          <p:spPr>
            <a:xfrm>
              <a:off x="7373747" y="496853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19"/>
            <p:cNvSpPr/>
            <p:nvPr/>
          </p:nvSpPr>
          <p:spPr>
            <a:xfrm>
              <a:off x="6436250" y="701405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19"/>
            <p:cNvSpPr/>
            <p:nvPr/>
          </p:nvSpPr>
          <p:spPr>
            <a:xfrm>
              <a:off x="6748749" y="701405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19"/>
            <p:cNvSpPr/>
            <p:nvPr/>
          </p:nvSpPr>
          <p:spPr>
            <a:xfrm>
              <a:off x="7061248" y="701405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19"/>
            <p:cNvSpPr/>
            <p:nvPr/>
          </p:nvSpPr>
          <p:spPr>
            <a:xfrm>
              <a:off x="7373747" y="701405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7" name="Google Shape;477;p19"/>
          <p:cNvSpPr txBox="1">
            <a:spLocks noGrp="1"/>
          </p:cNvSpPr>
          <p:nvPr>
            <p:ph type="body" idx="1"/>
          </p:nvPr>
        </p:nvSpPr>
        <p:spPr>
          <a:xfrm>
            <a:off x="744575" y="1520600"/>
            <a:ext cx="3618000" cy="25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●"/>
              <a:defRPr b="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9pPr>
          </a:lstStyle>
          <a:p>
            <a:endParaRPr/>
          </a:p>
        </p:txBody>
      </p:sp>
      <p:sp>
        <p:nvSpPr>
          <p:cNvPr id="478" name="Google Shape;478;p19"/>
          <p:cNvSpPr txBox="1">
            <a:spLocks noGrp="1"/>
          </p:cNvSpPr>
          <p:nvPr>
            <p:ph type="title"/>
          </p:nvPr>
        </p:nvSpPr>
        <p:spPr>
          <a:xfrm>
            <a:off x="734975" y="457200"/>
            <a:ext cx="5530500" cy="6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two columns 1">
  <p:cSld name="CUSTOM_10_1"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0"/>
          <p:cNvSpPr txBox="1">
            <a:spLocks noGrp="1"/>
          </p:cNvSpPr>
          <p:nvPr>
            <p:ph type="body" idx="1"/>
          </p:nvPr>
        </p:nvSpPr>
        <p:spPr>
          <a:xfrm>
            <a:off x="4572000" y="1592475"/>
            <a:ext cx="3615300" cy="30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1" name="Google Shape;481;p20"/>
          <p:cNvSpPr txBox="1">
            <a:spLocks noGrp="1"/>
          </p:cNvSpPr>
          <p:nvPr>
            <p:ph type="body" idx="2"/>
          </p:nvPr>
        </p:nvSpPr>
        <p:spPr>
          <a:xfrm>
            <a:off x="956700" y="1592475"/>
            <a:ext cx="3615300" cy="30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2" name="Google Shape;482;p20"/>
          <p:cNvSpPr txBox="1">
            <a:spLocks noGrp="1"/>
          </p:cNvSpPr>
          <p:nvPr>
            <p:ph type="title"/>
          </p:nvPr>
        </p:nvSpPr>
        <p:spPr>
          <a:xfrm>
            <a:off x="720000" y="457200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483" name="Google Shape;483;p20"/>
          <p:cNvGrpSpPr/>
          <p:nvPr/>
        </p:nvGrpSpPr>
        <p:grpSpPr>
          <a:xfrm flipH="1">
            <a:off x="8681776" y="0"/>
            <a:ext cx="462225" cy="5144901"/>
            <a:chOff x="0" y="0"/>
            <a:chExt cx="462225" cy="5144901"/>
          </a:xfrm>
        </p:grpSpPr>
        <p:pic>
          <p:nvPicPr>
            <p:cNvPr id="484" name="Google Shape;484;p20"/>
            <p:cNvPicPr preferRelativeResize="0"/>
            <p:nvPr/>
          </p:nvPicPr>
          <p:blipFill rotWithShape="1">
            <a:blip r:embed="rId2">
              <a:alphaModFix/>
            </a:blip>
            <a:srcRect t="62400"/>
            <a:stretch/>
          </p:blipFill>
          <p:spPr>
            <a:xfrm rot="5400000">
              <a:off x="-1703950" y="1703950"/>
              <a:ext cx="3870124" cy="462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5" name="Google Shape;485;p20"/>
            <p:cNvPicPr preferRelativeResize="0"/>
            <p:nvPr/>
          </p:nvPicPr>
          <p:blipFill rotWithShape="1">
            <a:blip r:embed="rId2">
              <a:alphaModFix/>
            </a:blip>
            <a:srcRect t="62400" r="62552"/>
            <a:stretch/>
          </p:blipFill>
          <p:spPr>
            <a:xfrm rot="5400000">
              <a:off x="-493538" y="4189138"/>
              <a:ext cx="1449301" cy="4622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86" name="Google Shape;486;p20"/>
          <p:cNvPicPr preferRelativeResize="0"/>
          <p:nvPr/>
        </p:nvPicPr>
        <p:blipFill rotWithShape="1">
          <a:blip r:embed="rId3">
            <a:alphaModFix amt="16000"/>
          </a:blip>
          <a:srcRect l="10152" t="29169" b="30860"/>
          <a:stretch/>
        </p:blipFill>
        <p:spPr>
          <a:xfrm rot="5400000" flipH="1">
            <a:off x="-447600" y="4057450"/>
            <a:ext cx="1593476" cy="708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20"/>
          <p:cNvPicPr preferRelativeResize="0"/>
          <p:nvPr/>
        </p:nvPicPr>
        <p:blipFill rotWithShape="1">
          <a:blip r:embed="rId4">
            <a:alphaModFix/>
          </a:blip>
          <a:srcRect l="797" r="806"/>
          <a:stretch/>
        </p:blipFill>
        <p:spPr>
          <a:xfrm flipH="1">
            <a:off x="-494300" y="-1368175"/>
            <a:ext cx="2236275" cy="2236299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20"/>
          <p:cNvSpPr/>
          <p:nvPr/>
        </p:nvSpPr>
        <p:spPr>
          <a:xfrm flipH="1">
            <a:off x="7517201" y="4687950"/>
            <a:ext cx="1427400" cy="1427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9" name="Google Shape;489;p20"/>
          <p:cNvGrpSpPr/>
          <p:nvPr/>
        </p:nvGrpSpPr>
        <p:grpSpPr>
          <a:xfrm flipH="1">
            <a:off x="7268617" y="4866545"/>
            <a:ext cx="835432" cy="400090"/>
            <a:chOff x="6436250" y="292300"/>
            <a:chExt cx="1013997" cy="485605"/>
          </a:xfrm>
        </p:grpSpPr>
        <p:sp>
          <p:nvSpPr>
            <p:cNvPr id="490" name="Google Shape;490;p20"/>
            <p:cNvSpPr/>
            <p:nvPr/>
          </p:nvSpPr>
          <p:spPr>
            <a:xfrm>
              <a:off x="6436250" y="292300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0"/>
            <p:cNvSpPr/>
            <p:nvPr/>
          </p:nvSpPr>
          <p:spPr>
            <a:xfrm>
              <a:off x="6748749" y="292300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0"/>
            <p:cNvSpPr/>
            <p:nvPr/>
          </p:nvSpPr>
          <p:spPr>
            <a:xfrm>
              <a:off x="7061248" y="292300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0"/>
            <p:cNvSpPr/>
            <p:nvPr/>
          </p:nvSpPr>
          <p:spPr>
            <a:xfrm>
              <a:off x="7373747" y="292300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0"/>
            <p:cNvSpPr/>
            <p:nvPr/>
          </p:nvSpPr>
          <p:spPr>
            <a:xfrm>
              <a:off x="6436250" y="496853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0"/>
            <p:cNvSpPr/>
            <p:nvPr/>
          </p:nvSpPr>
          <p:spPr>
            <a:xfrm>
              <a:off x="6748749" y="496853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0"/>
            <p:cNvSpPr/>
            <p:nvPr/>
          </p:nvSpPr>
          <p:spPr>
            <a:xfrm>
              <a:off x="7061248" y="496853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0"/>
            <p:cNvSpPr/>
            <p:nvPr/>
          </p:nvSpPr>
          <p:spPr>
            <a:xfrm>
              <a:off x="7373747" y="496853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0"/>
            <p:cNvSpPr/>
            <p:nvPr/>
          </p:nvSpPr>
          <p:spPr>
            <a:xfrm>
              <a:off x="6436250" y="701405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0"/>
            <p:cNvSpPr/>
            <p:nvPr/>
          </p:nvSpPr>
          <p:spPr>
            <a:xfrm>
              <a:off x="6748749" y="701405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0"/>
            <p:cNvSpPr/>
            <p:nvPr/>
          </p:nvSpPr>
          <p:spPr>
            <a:xfrm>
              <a:off x="7061248" y="701405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0"/>
            <p:cNvSpPr/>
            <p:nvPr/>
          </p:nvSpPr>
          <p:spPr>
            <a:xfrm>
              <a:off x="7373747" y="701405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two columns 2">
  <p:cSld name="TITLE_AND_TWO_COLUMNS_1_1"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21"/>
          <p:cNvSpPr/>
          <p:nvPr/>
        </p:nvSpPr>
        <p:spPr>
          <a:xfrm>
            <a:off x="8008075" y="3643600"/>
            <a:ext cx="2226000" cy="2226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4" name="Google Shape;504;p21"/>
          <p:cNvPicPr preferRelativeResize="0"/>
          <p:nvPr/>
        </p:nvPicPr>
        <p:blipFill rotWithShape="1">
          <a:blip r:embed="rId2">
            <a:alphaModFix amt="16000"/>
          </a:blip>
          <a:srcRect l="10152" t="20381" b="33180"/>
          <a:stretch/>
        </p:blipFill>
        <p:spPr>
          <a:xfrm rot="-5400000" flipH="1">
            <a:off x="7760062" y="440838"/>
            <a:ext cx="1824776" cy="9431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5" name="Google Shape;505;p21"/>
          <p:cNvGrpSpPr/>
          <p:nvPr/>
        </p:nvGrpSpPr>
        <p:grpSpPr>
          <a:xfrm>
            <a:off x="95318" y="4620233"/>
            <a:ext cx="863722" cy="413639"/>
            <a:chOff x="6436250" y="292300"/>
            <a:chExt cx="1013997" cy="485605"/>
          </a:xfrm>
        </p:grpSpPr>
        <p:sp>
          <p:nvSpPr>
            <p:cNvPr id="506" name="Google Shape;506;p21"/>
            <p:cNvSpPr/>
            <p:nvPr/>
          </p:nvSpPr>
          <p:spPr>
            <a:xfrm>
              <a:off x="6436250" y="292300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1"/>
            <p:cNvSpPr/>
            <p:nvPr/>
          </p:nvSpPr>
          <p:spPr>
            <a:xfrm>
              <a:off x="6748749" y="292300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1"/>
            <p:cNvSpPr/>
            <p:nvPr/>
          </p:nvSpPr>
          <p:spPr>
            <a:xfrm>
              <a:off x="7061248" y="292300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1"/>
            <p:cNvSpPr/>
            <p:nvPr/>
          </p:nvSpPr>
          <p:spPr>
            <a:xfrm>
              <a:off x="7373747" y="292300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1"/>
            <p:cNvSpPr/>
            <p:nvPr/>
          </p:nvSpPr>
          <p:spPr>
            <a:xfrm>
              <a:off x="6436250" y="496853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1"/>
            <p:cNvSpPr/>
            <p:nvPr/>
          </p:nvSpPr>
          <p:spPr>
            <a:xfrm>
              <a:off x="6748749" y="496853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1"/>
            <p:cNvSpPr/>
            <p:nvPr/>
          </p:nvSpPr>
          <p:spPr>
            <a:xfrm>
              <a:off x="7061248" y="496853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1"/>
            <p:cNvSpPr/>
            <p:nvPr/>
          </p:nvSpPr>
          <p:spPr>
            <a:xfrm>
              <a:off x="7373747" y="496853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1"/>
            <p:cNvSpPr/>
            <p:nvPr/>
          </p:nvSpPr>
          <p:spPr>
            <a:xfrm>
              <a:off x="6436250" y="701405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1"/>
            <p:cNvSpPr/>
            <p:nvPr/>
          </p:nvSpPr>
          <p:spPr>
            <a:xfrm>
              <a:off x="6748749" y="701405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1"/>
            <p:cNvSpPr/>
            <p:nvPr/>
          </p:nvSpPr>
          <p:spPr>
            <a:xfrm>
              <a:off x="7061248" y="701405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1"/>
            <p:cNvSpPr/>
            <p:nvPr/>
          </p:nvSpPr>
          <p:spPr>
            <a:xfrm>
              <a:off x="7373747" y="701405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8" name="Google Shape;518;p21"/>
          <p:cNvGrpSpPr/>
          <p:nvPr/>
        </p:nvGrpSpPr>
        <p:grpSpPr>
          <a:xfrm>
            <a:off x="8294590" y="4620225"/>
            <a:ext cx="537423" cy="273355"/>
            <a:chOff x="384348" y="1648460"/>
            <a:chExt cx="586898" cy="298520"/>
          </a:xfrm>
        </p:grpSpPr>
        <p:sp>
          <p:nvSpPr>
            <p:cNvPr id="519" name="Google Shape;519;p21"/>
            <p:cNvSpPr/>
            <p:nvPr/>
          </p:nvSpPr>
          <p:spPr>
            <a:xfrm>
              <a:off x="384348" y="1648460"/>
              <a:ext cx="63900" cy="63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1"/>
            <p:cNvSpPr/>
            <p:nvPr/>
          </p:nvSpPr>
          <p:spPr>
            <a:xfrm>
              <a:off x="645847" y="1648460"/>
              <a:ext cx="63900" cy="63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1"/>
            <p:cNvSpPr/>
            <p:nvPr/>
          </p:nvSpPr>
          <p:spPr>
            <a:xfrm>
              <a:off x="907346" y="1648460"/>
              <a:ext cx="63900" cy="63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21"/>
            <p:cNvSpPr/>
            <p:nvPr/>
          </p:nvSpPr>
          <p:spPr>
            <a:xfrm>
              <a:off x="384348" y="1883080"/>
              <a:ext cx="63900" cy="63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21"/>
            <p:cNvSpPr/>
            <p:nvPr/>
          </p:nvSpPr>
          <p:spPr>
            <a:xfrm>
              <a:off x="645847" y="1883080"/>
              <a:ext cx="63900" cy="63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1"/>
            <p:cNvSpPr/>
            <p:nvPr/>
          </p:nvSpPr>
          <p:spPr>
            <a:xfrm>
              <a:off x="907346" y="1883080"/>
              <a:ext cx="63900" cy="63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5" name="Google Shape;525;p21"/>
          <p:cNvGrpSpPr/>
          <p:nvPr/>
        </p:nvGrpSpPr>
        <p:grpSpPr>
          <a:xfrm>
            <a:off x="-463534" y="-565900"/>
            <a:ext cx="1001311" cy="1386330"/>
            <a:chOff x="-831498" y="2712438"/>
            <a:chExt cx="633300" cy="876814"/>
          </a:xfrm>
        </p:grpSpPr>
        <p:sp>
          <p:nvSpPr>
            <p:cNvPr id="526" name="Google Shape;526;p21"/>
            <p:cNvSpPr/>
            <p:nvPr/>
          </p:nvSpPr>
          <p:spPr>
            <a:xfrm>
              <a:off x="-831498" y="2712438"/>
              <a:ext cx="633300" cy="633600"/>
            </a:xfrm>
            <a:prstGeom prst="pie">
              <a:avLst>
                <a:gd name="adj1" fmla="val 0"/>
                <a:gd name="adj2" fmla="val 10849085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21"/>
            <p:cNvSpPr/>
            <p:nvPr/>
          </p:nvSpPr>
          <p:spPr>
            <a:xfrm>
              <a:off x="-783500" y="3051651"/>
              <a:ext cx="537300" cy="537600"/>
            </a:xfrm>
            <a:prstGeom prst="pie">
              <a:avLst>
                <a:gd name="adj1" fmla="val 0"/>
                <a:gd name="adj2" fmla="val 10849085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8" name="Google Shape;528;p21"/>
          <p:cNvSpPr txBox="1">
            <a:spLocks noGrp="1"/>
          </p:cNvSpPr>
          <p:nvPr>
            <p:ph type="subTitle" idx="1"/>
          </p:nvPr>
        </p:nvSpPr>
        <p:spPr>
          <a:xfrm>
            <a:off x="724575" y="2921575"/>
            <a:ext cx="6898800" cy="138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9" name="Google Shape;529;p21"/>
          <p:cNvSpPr txBox="1">
            <a:spLocks noGrp="1"/>
          </p:cNvSpPr>
          <p:nvPr>
            <p:ph type="subTitle" idx="2"/>
          </p:nvPr>
        </p:nvSpPr>
        <p:spPr>
          <a:xfrm>
            <a:off x="720000" y="1337075"/>
            <a:ext cx="6898800" cy="138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0" name="Google Shape;530;p21"/>
          <p:cNvSpPr txBox="1">
            <a:spLocks noGrp="1"/>
          </p:cNvSpPr>
          <p:nvPr>
            <p:ph type="title"/>
          </p:nvPr>
        </p:nvSpPr>
        <p:spPr>
          <a:xfrm>
            <a:off x="720000" y="457200"/>
            <a:ext cx="6898800" cy="75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three columns">
  <p:cSld name="CUSTOM_6_1_1"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22"/>
          <p:cNvSpPr/>
          <p:nvPr/>
        </p:nvSpPr>
        <p:spPr>
          <a:xfrm>
            <a:off x="2625" y="4226525"/>
            <a:ext cx="9144000" cy="91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3" name="Google Shape;533;p22"/>
          <p:cNvGrpSpPr/>
          <p:nvPr/>
        </p:nvGrpSpPr>
        <p:grpSpPr>
          <a:xfrm>
            <a:off x="-50" y="4556250"/>
            <a:ext cx="9144051" cy="587250"/>
            <a:chOff x="124550" y="4556250"/>
            <a:chExt cx="9144051" cy="587250"/>
          </a:xfrm>
        </p:grpSpPr>
        <p:pic>
          <p:nvPicPr>
            <p:cNvPr id="534" name="Google Shape;534;p22"/>
            <p:cNvPicPr preferRelativeResize="0"/>
            <p:nvPr/>
          </p:nvPicPr>
          <p:blipFill rotWithShape="1">
            <a:blip r:embed="rId2">
              <a:alphaModFix amt="33000"/>
            </a:blip>
            <a:srcRect l="3975" t="62490"/>
            <a:stretch/>
          </p:blipFill>
          <p:spPr>
            <a:xfrm>
              <a:off x="124550" y="4556250"/>
              <a:ext cx="3006501" cy="587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5" name="Google Shape;535;p22"/>
            <p:cNvPicPr preferRelativeResize="0"/>
            <p:nvPr/>
          </p:nvPicPr>
          <p:blipFill rotWithShape="1">
            <a:blip r:embed="rId2">
              <a:alphaModFix amt="33000"/>
            </a:blip>
            <a:srcRect t="62490"/>
            <a:stretch/>
          </p:blipFill>
          <p:spPr>
            <a:xfrm>
              <a:off x="3131050" y="4556250"/>
              <a:ext cx="3131049" cy="587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6" name="Google Shape;536;p22"/>
            <p:cNvPicPr preferRelativeResize="0"/>
            <p:nvPr/>
          </p:nvPicPr>
          <p:blipFill rotWithShape="1">
            <a:blip r:embed="rId2">
              <a:alphaModFix amt="33000"/>
            </a:blip>
            <a:srcRect t="62490" r="3975"/>
            <a:stretch/>
          </p:blipFill>
          <p:spPr>
            <a:xfrm>
              <a:off x="6262100" y="4556250"/>
              <a:ext cx="3006501" cy="5872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37" name="Google Shape;537;p22"/>
          <p:cNvPicPr preferRelativeResize="0"/>
          <p:nvPr/>
        </p:nvPicPr>
        <p:blipFill rotWithShape="1">
          <a:blip r:embed="rId3">
            <a:alphaModFix amt="16000"/>
          </a:blip>
          <a:srcRect l="10152" t="42565"/>
          <a:stretch/>
        </p:blipFill>
        <p:spPr>
          <a:xfrm rot="5400000">
            <a:off x="7471700" y="358301"/>
            <a:ext cx="2043551" cy="13062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8" name="Google Shape;538;p22"/>
          <p:cNvGrpSpPr/>
          <p:nvPr/>
        </p:nvGrpSpPr>
        <p:grpSpPr>
          <a:xfrm>
            <a:off x="396464" y="3880960"/>
            <a:ext cx="677009" cy="675281"/>
            <a:chOff x="362319" y="3810224"/>
            <a:chExt cx="811081" cy="809010"/>
          </a:xfrm>
        </p:grpSpPr>
        <p:pic>
          <p:nvPicPr>
            <p:cNvPr id="539" name="Google Shape;539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5400000">
              <a:off x="160342" y="4012200"/>
              <a:ext cx="809010" cy="4050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0" name="Google Shape;540;p2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5400000">
              <a:off x="566538" y="4011713"/>
              <a:ext cx="807699" cy="4060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41" name="Google Shape;541;p22"/>
          <p:cNvPicPr preferRelativeResize="0"/>
          <p:nvPr/>
        </p:nvPicPr>
        <p:blipFill rotWithShape="1">
          <a:blip r:embed="rId6">
            <a:alphaModFix/>
          </a:blip>
          <a:srcRect r="55209" b="45875"/>
          <a:stretch/>
        </p:blipFill>
        <p:spPr>
          <a:xfrm rot="10800000">
            <a:off x="-56374" y="-71876"/>
            <a:ext cx="891849" cy="10604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2" name="Google Shape;542;p22"/>
          <p:cNvGrpSpPr/>
          <p:nvPr/>
        </p:nvGrpSpPr>
        <p:grpSpPr>
          <a:xfrm>
            <a:off x="7003973" y="110585"/>
            <a:ext cx="586898" cy="298520"/>
            <a:chOff x="384348" y="1648460"/>
            <a:chExt cx="586898" cy="298520"/>
          </a:xfrm>
        </p:grpSpPr>
        <p:sp>
          <p:nvSpPr>
            <p:cNvPr id="543" name="Google Shape;543;p22"/>
            <p:cNvSpPr/>
            <p:nvPr/>
          </p:nvSpPr>
          <p:spPr>
            <a:xfrm>
              <a:off x="384348" y="1648460"/>
              <a:ext cx="63900" cy="63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2"/>
            <p:cNvSpPr/>
            <p:nvPr/>
          </p:nvSpPr>
          <p:spPr>
            <a:xfrm>
              <a:off x="645847" y="1648460"/>
              <a:ext cx="63900" cy="63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2"/>
            <p:cNvSpPr/>
            <p:nvPr/>
          </p:nvSpPr>
          <p:spPr>
            <a:xfrm>
              <a:off x="907346" y="1648460"/>
              <a:ext cx="63900" cy="63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2"/>
            <p:cNvSpPr/>
            <p:nvPr/>
          </p:nvSpPr>
          <p:spPr>
            <a:xfrm>
              <a:off x="384348" y="1883080"/>
              <a:ext cx="63900" cy="63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2"/>
            <p:cNvSpPr/>
            <p:nvPr/>
          </p:nvSpPr>
          <p:spPr>
            <a:xfrm>
              <a:off x="645847" y="1883080"/>
              <a:ext cx="63900" cy="63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2"/>
            <p:cNvSpPr/>
            <p:nvPr/>
          </p:nvSpPr>
          <p:spPr>
            <a:xfrm>
              <a:off x="907346" y="1883080"/>
              <a:ext cx="63900" cy="63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9" name="Google Shape;549;p22"/>
          <p:cNvSpPr txBox="1">
            <a:spLocks noGrp="1"/>
          </p:cNvSpPr>
          <p:nvPr>
            <p:ph type="title"/>
          </p:nvPr>
        </p:nvSpPr>
        <p:spPr>
          <a:xfrm>
            <a:off x="720000" y="457200"/>
            <a:ext cx="7704000" cy="6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50" name="Google Shape;550;p22"/>
          <p:cNvSpPr txBox="1">
            <a:spLocks noGrp="1"/>
          </p:cNvSpPr>
          <p:nvPr>
            <p:ph type="title" idx="2"/>
          </p:nvPr>
        </p:nvSpPr>
        <p:spPr>
          <a:xfrm>
            <a:off x="835475" y="2325675"/>
            <a:ext cx="2184300" cy="55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51" name="Google Shape;551;p22"/>
          <p:cNvSpPr txBox="1">
            <a:spLocks noGrp="1"/>
          </p:cNvSpPr>
          <p:nvPr>
            <p:ph type="subTitle" idx="1"/>
          </p:nvPr>
        </p:nvSpPr>
        <p:spPr>
          <a:xfrm>
            <a:off x="835475" y="2660854"/>
            <a:ext cx="2184300" cy="85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2" name="Google Shape;552;p22"/>
          <p:cNvSpPr txBox="1">
            <a:spLocks noGrp="1"/>
          </p:cNvSpPr>
          <p:nvPr>
            <p:ph type="title" idx="3"/>
          </p:nvPr>
        </p:nvSpPr>
        <p:spPr>
          <a:xfrm>
            <a:off x="3419076" y="2325675"/>
            <a:ext cx="2184300" cy="55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53" name="Google Shape;553;p22"/>
          <p:cNvSpPr txBox="1">
            <a:spLocks noGrp="1"/>
          </p:cNvSpPr>
          <p:nvPr>
            <p:ph type="subTitle" idx="4"/>
          </p:nvPr>
        </p:nvSpPr>
        <p:spPr>
          <a:xfrm>
            <a:off x="3419080" y="2660854"/>
            <a:ext cx="2184300" cy="85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4" name="Google Shape;554;p22"/>
          <p:cNvSpPr txBox="1">
            <a:spLocks noGrp="1"/>
          </p:cNvSpPr>
          <p:nvPr>
            <p:ph type="title" idx="5"/>
          </p:nvPr>
        </p:nvSpPr>
        <p:spPr>
          <a:xfrm>
            <a:off x="6002725" y="2325675"/>
            <a:ext cx="2184300" cy="55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55" name="Google Shape;555;p22"/>
          <p:cNvSpPr txBox="1">
            <a:spLocks noGrp="1"/>
          </p:cNvSpPr>
          <p:nvPr>
            <p:ph type="subTitle" idx="6"/>
          </p:nvPr>
        </p:nvSpPr>
        <p:spPr>
          <a:xfrm>
            <a:off x="6002733" y="2660854"/>
            <a:ext cx="2184300" cy="85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three columns 1">
  <p:cSld name="CUSTOM_6_1_1_1_1_1"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23"/>
          <p:cNvSpPr/>
          <p:nvPr/>
        </p:nvSpPr>
        <p:spPr>
          <a:xfrm>
            <a:off x="-52325" y="4436900"/>
            <a:ext cx="9239100" cy="74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58" name="Google Shape;558;p23"/>
          <p:cNvPicPr preferRelativeResize="0"/>
          <p:nvPr/>
        </p:nvPicPr>
        <p:blipFill rotWithShape="1">
          <a:blip r:embed="rId2">
            <a:alphaModFix/>
          </a:blip>
          <a:srcRect r="55209"/>
          <a:stretch/>
        </p:blipFill>
        <p:spPr>
          <a:xfrm rot="10800000">
            <a:off x="-50" y="0"/>
            <a:ext cx="976551" cy="21453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9" name="Google Shape;559;p23"/>
          <p:cNvGrpSpPr/>
          <p:nvPr/>
        </p:nvGrpSpPr>
        <p:grpSpPr>
          <a:xfrm>
            <a:off x="-50" y="4608400"/>
            <a:ext cx="9144051" cy="587250"/>
            <a:chOff x="124550" y="4556250"/>
            <a:chExt cx="9144051" cy="587250"/>
          </a:xfrm>
        </p:grpSpPr>
        <p:pic>
          <p:nvPicPr>
            <p:cNvPr id="560" name="Google Shape;560;p23"/>
            <p:cNvPicPr preferRelativeResize="0"/>
            <p:nvPr/>
          </p:nvPicPr>
          <p:blipFill rotWithShape="1">
            <a:blip r:embed="rId3">
              <a:alphaModFix amt="33000"/>
            </a:blip>
            <a:srcRect l="3975" t="62490"/>
            <a:stretch/>
          </p:blipFill>
          <p:spPr>
            <a:xfrm>
              <a:off x="124550" y="4556250"/>
              <a:ext cx="3006501" cy="587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1" name="Google Shape;561;p23"/>
            <p:cNvPicPr preferRelativeResize="0"/>
            <p:nvPr/>
          </p:nvPicPr>
          <p:blipFill rotWithShape="1">
            <a:blip r:embed="rId3">
              <a:alphaModFix amt="33000"/>
            </a:blip>
            <a:srcRect t="62490"/>
            <a:stretch/>
          </p:blipFill>
          <p:spPr>
            <a:xfrm>
              <a:off x="3131050" y="4556250"/>
              <a:ext cx="3131049" cy="587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2" name="Google Shape;562;p23"/>
            <p:cNvPicPr preferRelativeResize="0"/>
            <p:nvPr/>
          </p:nvPicPr>
          <p:blipFill rotWithShape="1">
            <a:blip r:embed="rId3">
              <a:alphaModFix amt="33000"/>
            </a:blip>
            <a:srcRect t="62490" r="3975"/>
            <a:stretch/>
          </p:blipFill>
          <p:spPr>
            <a:xfrm>
              <a:off x="6262100" y="4556250"/>
              <a:ext cx="3006501" cy="5872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63" name="Google Shape;563;p23"/>
          <p:cNvGrpSpPr/>
          <p:nvPr/>
        </p:nvGrpSpPr>
        <p:grpSpPr>
          <a:xfrm>
            <a:off x="8634232" y="2889495"/>
            <a:ext cx="368355" cy="1718902"/>
            <a:chOff x="8408972" y="2496921"/>
            <a:chExt cx="409511" cy="1910953"/>
          </a:xfrm>
        </p:grpSpPr>
        <p:grpSp>
          <p:nvGrpSpPr>
            <p:cNvPr id="564" name="Google Shape;564;p23"/>
            <p:cNvGrpSpPr/>
            <p:nvPr/>
          </p:nvGrpSpPr>
          <p:grpSpPr>
            <a:xfrm rot="5400000">
              <a:off x="8186125" y="3775517"/>
              <a:ext cx="855205" cy="409511"/>
              <a:chOff x="6436250" y="292300"/>
              <a:chExt cx="1013997" cy="485605"/>
            </a:xfrm>
          </p:grpSpPr>
          <p:sp>
            <p:nvSpPr>
              <p:cNvPr id="565" name="Google Shape;565;p23"/>
              <p:cNvSpPr/>
              <p:nvPr/>
            </p:nvSpPr>
            <p:spPr>
              <a:xfrm>
                <a:off x="6436250" y="292300"/>
                <a:ext cx="76500" cy="76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566;p23"/>
              <p:cNvSpPr/>
              <p:nvPr/>
            </p:nvSpPr>
            <p:spPr>
              <a:xfrm>
                <a:off x="6748749" y="292300"/>
                <a:ext cx="76500" cy="76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Google Shape;567;p23"/>
              <p:cNvSpPr/>
              <p:nvPr/>
            </p:nvSpPr>
            <p:spPr>
              <a:xfrm>
                <a:off x="7061248" y="292300"/>
                <a:ext cx="76500" cy="76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Google Shape;568;p23"/>
              <p:cNvSpPr/>
              <p:nvPr/>
            </p:nvSpPr>
            <p:spPr>
              <a:xfrm>
                <a:off x="7373747" y="292300"/>
                <a:ext cx="76500" cy="76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Google Shape;569;p23"/>
              <p:cNvSpPr/>
              <p:nvPr/>
            </p:nvSpPr>
            <p:spPr>
              <a:xfrm>
                <a:off x="6436250" y="496853"/>
                <a:ext cx="76500" cy="76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Google Shape;570;p23"/>
              <p:cNvSpPr/>
              <p:nvPr/>
            </p:nvSpPr>
            <p:spPr>
              <a:xfrm>
                <a:off x="6748749" y="496853"/>
                <a:ext cx="76500" cy="76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Google Shape;571;p23"/>
              <p:cNvSpPr/>
              <p:nvPr/>
            </p:nvSpPr>
            <p:spPr>
              <a:xfrm>
                <a:off x="7061248" y="496853"/>
                <a:ext cx="76500" cy="76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23"/>
              <p:cNvSpPr/>
              <p:nvPr/>
            </p:nvSpPr>
            <p:spPr>
              <a:xfrm>
                <a:off x="7373747" y="496853"/>
                <a:ext cx="76500" cy="76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Google Shape;573;p23"/>
              <p:cNvSpPr/>
              <p:nvPr/>
            </p:nvSpPr>
            <p:spPr>
              <a:xfrm>
                <a:off x="6436250" y="701405"/>
                <a:ext cx="76500" cy="76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23"/>
              <p:cNvSpPr/>
              <p:nvPr/>
            </p:nvSpPr>
            <p:spPr>
              <a:xfrm>
                <a:off x="6748749" y="701405"/>
                <a:ext cx="76500" cy="76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Google Shape;575;p23"/>
              <p:cNvSpPr/>
              <p:nvPr/>
            </p:nvSpPr>
            <p:spPr>
              <a:xfrm>
                <a:off x="7061248" y="701405"/>
                <a:ext cx="76500" cy="76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Google Shape;576;p23"/>
              <p:cNvSpPr/>
              <p:nvPr/>
            </p:nvSpPr>
            <p:spPr>
              <a:xfrm>
                <a:off x="7373747" y="701405"/>
                <a:ext cx="76500" cy="76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7" name="Google Shape;577;p23"/>
            <p:cNvGrpSpPr/>
            <p:nvPr/>
          </p:nvGrpSpPr>
          <p:grpSpPr>
            <a:xfrm rot="5400000">
              <a:off x="8186125" y="2719768"/>
              <a:ext cx="855205" cy="409511"/>
              <a:chOff x="6436250" y="292300"/>
              <a:chExt cx="1013997" cy="485605"/>
            </a:xfrm>
          </p:grpSpPr>
          <p:sp>
            <p:nvSpPr>
              <p:cNvPr id="578" name="Google Shape;578;p23"/>
              <p:cNvSpPr/>
              <p:nvPr/>
            </p:nvSpPr>
            <p:spPr>
              <a:xfrm>
                <a:off x="6436250" y="292300"/>
                <a:ext cx="76500" cy="76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Google Shape;579;p23"/>
              <p:cNvSpPr/>
              <p:nvPr/>
            </p:nvSpPr>
            <p:spPr>
              <a:xfrm>
                <a:off x="6748749" y="292300"/>
                <a:ext cx="76500" cy="76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Google Shape;580;p23"/>
              <p:cNvSpPr/>
              <p:nvPr/>
            </p:nvSpPr>
            <p:spPr>
              <a:xfrm>
                <a:off x="7061248" y="292300"/>
                <a:ext cx="76500" cy="76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Google Shape;581;p23"/>
              <p:cNvSpPr/>
              <p:nvPr/>
            </p:nvSpPr>
            <p:spPr>
              <a:xfrm>
                <a:off x="7373747" y="292300"/>
                <a:ext cx="76500" cy="76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Google Shape;582;p23"/>
              <p:cNvSpPr/>
              <p:nvPr/>
            </p:nvSpPr>
            <p:spPr>
              <a:xfrm>
                <a:off x="6436250" y="496853"/>
                <a:ext cx="76500" cy="76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23"/>
              <p:cNvSpPr/>
              <p:nvPr/>
            </p:nvSpPr>
            <p:spPr>
              <a:xfrm>
                <a:off x="6748749" y="496853"/>
                <a:ext cx="76500" cy="76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Google Shape;584;p23"/>
              <p:cNvSpPr/>
              <p:nvPr/>
            </p:nvSpPr>
            <p:spPr>
              <a:xfrm>
                <a:off x="7061248" y="496853"/>
                <a:ext cx="76500" cy="76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Google Shape;585;p23"/>
              <p:cNvSpPr/>
              <p:nvPr/>
            </p:nvSpPr>
            <p:spPr>
              <a:xfrm>
                <a:off x="7373747" y="496853"/>
                <a:ext cx="76500" cy="76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Google Shape;586;p23"/>
              <p:cNvSpPr/>
              <p:nvPr/>
            </p:nvSpPr>
            <p:spPr>
              <a:xfrm>
                <a:off x="6436250" y="701405"/>
                <a:ext cx="76500" cy="76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23"/>
              <p:cNvSpPr/>
              <p:nvPr/>
            </p:nvSpPr>
            <p:spPr>
              <a:xfrm>
                <a:off x="6748749" y="701405"/>
                <a:ext cx="76500" cy="76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588;p23"/>
              <p:cNvSpPr/>
              <p:nvPr/>
            </p:nvSpPr>
            <p:spPr>
              <a:xfrm>
                <a:off x="7061248" y="701405"/>
                <a:ext cx="76500" cy="76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23"/>
              <p:cNvSpPr/>
              <p:nvPr/>
            </p:nvSpPr>
            <p:spPr>
              <a:xfrm>
                <a:off x="7373747" y="701405"/>
                <a:ext cx="76500" cy="76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90" name="Google Shape;590;p23"/>
          <p:cNvSpPr/>
          <p:nvPr/>
        </p:nvSpPr>
        <p:spPr>
          <a:xfrm rot="5400000">
            <a:off x="8250071" y="172375"/>
            <a:ext cx="948300" cy="948300"/>
          </a:xfrm>
          <a:prstGeom prst="pie">
            <a:avLst>
              <a:gd name="adj1" fmla="val 0"/>
              <a:gd name="adj2" fmla="val 10849085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23"/>
          <p:cNvSpPr/>
          <p:nvPr/>
        </p:nvSpPr>
        <p:spPr>
          <a:xfrm rot="5400000">
            <a:off x="8737825" y="201695"/>
            <a:ext cx="889200" cy="889500"/>
          </a:xfrm>
          <a:prstGeom prst="pie">
            <a:avLst>
              <a:gd name="adj1" fmla="val 0"/>
              <a:gd name="adj2" fmla="val 10849085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p23"/>
          <p:cNvSpPr txBox="1">
            <a:spLocks noGrp="1"/>
          </p:cNvSpPr>
          <p:nvPr>
            <p:ph type="title"/>
          </p:nvPr>
        </p:nvSpPr>
        <p:spPr>
          <a:xfrm>
            <a:off x="803200" y="3193550"/>
            <a:ext cx="2440200" cy="57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93" name="Google Shape;593;p23"/>
          <p:cNvSpPr txBox="1">
            <a:spLocks noGrp="1"/>
          </p:cNvSpPr>
          <p:nvPr>
            <p:ph type="subTitle" idx="1"/>
          </p:nvPr>
        </p:nvSpPr>
        <p:spPr>
          <a:xfrm>
            <a:off x="803200" y="3697474"/>
            <a:ext cx="2440200" cy="5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4" name="Google Shape;594;p23"/>
          <p:cNvSpPr txBox="1">
            <a:spLocks noGrp="1"/>
          </p:cNvSpPr>
          <p:nvPr>
            <p:ph type="title" idx="2"/>
          </p:nvPr>
        </p:nvSpPr>
        <p:spPr>
          <a:xfrm>
            <a:off x="3351902" y="3193821"/>
            <a:ext cx="2440200" cy="57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95" name="Google Shape;595;p23"/>
          <p:cNvSpPr txBox="1">
            <a:spLocks noGrp="1"/>
          </p:cNvSpPr>
          <p:nvPr>
            <p:ph type="subTitle" idx="3"/>
          </p:nvPr>
        </p:nvSpPr>
        <p:spPr>
          <a:xfrm>
            <a:off x="3351896" y="3699275"/>
            <a:ext cx="2440200" cy="5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6" name="Google Shape;596;p23"/>
          <p:cNvSpPr txBox="1">
            <a:spLocks noGrp="1"/>
          </p:cNvSpPr>
          <p:nvPr>
            <p:ph type="title" idx="4"/>
          </p:nvPr>
        </p:nvSpPr>
        <p:spPr>
          <a:xfrm>
            <a:off x="720000" y="457200"/>
            <a:ext cx="7668000" cy="6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97" name="Google Shape;597;p23"/>
          <p:cNvSpPr txBox="1">
            <a:spLocks noGrp="1"/>
          </p:cNvSpPr>
          <p:nvPr>
            <p:ph type="title" idx="5"/>
          </p:nvPr>
        </p:nvSpPr>
        <p:spPr>
          <a:xfrm>
            <a:off x="5900573" y="3193821"/>
            <a:ext cx="2440200" cy="57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98" name="Google Shape;598;p23"/>
          <p:cNvSpPr txBox="1">
            <a:spLocks noGrp="1"/>
          </p:cNvSpPr>
          <p:nvPr>
            <p:ph type="subTitle" idx="6"/>
          </p:nvPr>
        </p:nvSpPr>
        <p:spPr>
          <a:xfrm>
            <a:off x="5900569" y="3699275"/>
            <a:ext cx="2440200" cy="5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four columns">
  <p:cSld name="CUSTOM_5_1_1"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0" name="Google Shape;600;p24"/>
          <p:cNvPicPr preferRelativeResize="0"/>
          <p:nvPr/>
        </p:nvPicPr>
        <p:blipFill rotWithShape="1">
          <a:blip r:embed="rId2">
            <a:alphaModFix amt="16000"/>
          </a:blip>
          <a:srcRect l="10152" t="42565"/>
          <a:stretch/>
        </p:blipFill>
        <p:spPr>
          <a:xfrm rot="5400000">
            <a:off x="7471700" y="358301"/>
            <a:ext cx="2043551" cy="13062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1" name="Google Shape;601;p24"/>
          <p:cNvGrpSpPr/>
          <p:nvPr/>
        </p:nvGrpSpPr>
        <p:grpSpPr>
          <a:xfrm>
            <a:off x="7003973" y="110585"/>
            <a:ext cx="586898" cy="298520"/>
            <a:chOff x="384348" y="1648460"/>
            <a:chExt cx="586898" cy="298520"/>
          </a:xfrm>
        </p:grpSpPr>
        <p:sp>
          <p:nvSpPr>
            <p:cNvPr id="602" name="Google Shape;602;p24"/>
            <p:cNvSpPr/>
            <p:nvPr/>
          </p:nvSpPr>
          <p:spPr>
            <a:xfrm>
              <a:off x="384348" y="1648460"/>
              <a:ext cx="63900" cy="63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4"/>
            <p:cNvSpPr/>
            <p:nvPr/>
          </p:nvSpPr>
          <p:spPr>
            <a:xfrm>
              <a:off x="645847" y="1648460"/>
              <a:ext cx="63900" cy="63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4"/>
            <p:cNvSpPr/>
            <p:nvPr/>
          </p:nvSpPr>
          <p:spPr>
            <a:xfrm>
              <a:off x="907346" y="1648460"/>
              <a:ext cx="63900" cy="63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24"/>
            <p:cNvSpPr/>
            <p:nvPr/>
          </p:nvSpPr>
          <p:spPr>
            <a:xfrm>
              <a:off x="384348" y="1883080"/>
              <a:ext cx="63900" cy="63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4"/>
            <p:cNvSpPr/>
            <p:nvPr/>
          </p:nvSpPr>
          <p:spPr>
            <a:xfrm>
              <a:off x="645847" y="1883080"/>
              <a:ext cx="63900" cy="63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24"/>
            <p:cNvSpPr/>
            <p:nvPr/>
          </p:nvSpPr>
          <p:spPr>
            <a:xfrm>
              <a:off x="907346" y="1883080"/>
              <a:ext cx="63900" cy="63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08" name="Google Shape;60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778663" y="-583287"/>
            <a:ext cx="2498651" cy="24586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9" name="Google Shape;609;p24"/>
          <p:cNvGrpSpPr/>
          <p:nvPr/>
        </p:nvGrpSpPr>
        <p:grpSpPr>
          <a:xfrm>
            <a:off x="0" y="4564475"/>
            <a:ext cx="9143875" cy="607500"/>
            <a:chOff x="181177" y="4629878"/>
            <a:chExt cx="8962826" cy="542217"/>
          </a:xfrm>
        </p:grpSpPr>
        <p:pic>
          <p:nvPicPr>
            <p:cNvPr id="610" name="Google Shape;610;p24"/>
            <p:cNvPicPr preferRelativeResize="0"/>
            <p:nvPr/>
          </p:nvPicPr>
          <p:blipFill rotWithShape="1">
            <a:blip r:embed="rId4">
              <a:alphaModFix/>
            </a:blip>
            <a:srcRect t="62665"/>
            <a:stretch/>
          </p:blipFill>
          <p:spPr>
            <a:xfrm>
              <a:off x="4571983" y="4629878"/>
              <a:ext cx="4572020" cy="5422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1" name="Google Shape;611;p24"/>
            <p:cNvPicPr preferRelativeResize="0"/>
            <p:nvPr/>
          </p:nvPicPr>
          <p:blipFill rotWithShape="1">
            <a:blip r:embed="rId4">
              <a:alphaModFix/>
            </a:blip>
            <a:srcRect t="62793"/>
            <a:stretch/>
          </p:blipFill>
          <p:spPr>
            <a:xfrm>
              <a:off x="181177" y="4631731"/>
              <a:ext cx="4572020" cy="54036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12" name="Google Shape;612;p24"/>
          <p:cNvSpPr/>
          <p:nvPr/>
        </p:nvSpPr>
        <p:spPr>
          <a:xfrm rot="5400000">
            <a:off x="8325434" y="3248925"/>
            <a:ext cx="1642500" cy="1643400"/>
          </a:xfrm>
          <a:prstGeom prst="pie">
            <a:avLst>
              <a:gd name="adj1" fmla="val 0"/>
              <a:gd name="adj2" fmla="val 1084908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24"/>
          <p:cNvSpPr txBox="1">
            <a:spLocks noGrp="1"/>
          </p:cNvSpPr>
          <p:nvPr>
            <p:ph type="title"/>
          </p:nvPr>
        </p:nvSpPr>
        <p:spPr>
          <a:xfrm>
            <a:off x="1788774" y="1382225"/>
            <a:ext cx="2419200" cy="50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14" name="Google Shape;614;p24"/>
          <p:cNvSpPr txBox="1">
            <a:spLocks noGrp="1"/>
          </p:cNvSpPr>
          <p:nvPr>
            <p:ph type="subTitle" idx="1"/>
          </p:nvPr>
        </p:nvSpPr>
        <p:spPr>
          <a:xfrm>
            <a:off x="1788785" y="1784900"/>
            <a:ext cx="2419200" cy="8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5" name="Google Shape;615;p24"/>
          <p:cNvSpPr txBox="1">
            <a:spLocks noGrp="1"/>
          </p:cNvSpPr>
          <p:nvPr>
            <p:ph type="title" idx="2"/>
          </p:nvPr>
        </p:nvSpPr>
        <p:spPr>
          <a:xfrm>
            <a:off x="5513875" y="1382225"/>
            <a:ext cx="2419200" cy="50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16" name="Google Shape;616;p24"/>
          <p:cNvSpPr txBox="1">
            <a:spLocks noGrp="1"/>
          </p:cNvSpPr>
          <p:nvPr>
            <p:ph type="subTitle" idx="3"/>
          </p:nvPr>
        </p:nvSpPr>
        <p:spPr>
          <a:xfrm>
            <a:off x="5513878" y="1784900"/>
            <a:ext cx="2419200" cy="8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7" name="Google Shape;617;p24"/>
          <p:cNvSpPr txBox="1">
            <a:spLocks noGrp="1"/>
          </p:cNvSpPr>
          <p:nvPr>
            <p:ph type="title" idx="4"/>
          </p:nvPr>
        </p:nvSpPr>
        <p:spPr>
          <a:xfrm>
            <a:off x="1788774" y="2890175"/>
            <a:ext cx="2419200" cy="50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18" name="Google Shape;618;p24"/>
          <p:cNvSpPr txBox="1">
            <a:spLocks noGrp="1"/>
          </p:cNvSpPr>
          <p:nvPr>
            <p:ph type="subTitle" idx="5"/>
          </p:nvPr>
        </p:nvSpPr>
        <p:spPr>
          <a:xfrm>
            <a:off x="1788785" y="3292750"/>
            <a:ext cx="2419200" cy="8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9" name="Google Shape;619;p24"/>
          <p:cNvSpPr txBox="1">
            <a:spLocks noGrp="1"/>
          </p:cNvSpPr>
          <p:nvPr>
            <p:ph type="title" idx="6"/>
          </p:nvPr>
        </p:nvSpPr>
        <p:spPr>
          <a:xfrm>
            <a:off x="5513875" y="2890175"/>
            <a:ext cx="2419200" cy="50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20" name="Google Shape;620;p24"/>
          <p:cNvSpPr txBox="1">
            <a:spLocks noGrp="1"/>
          </p:cNvSpPr>
          <p:nvPr>
            <p:ph type="subTitle" idx="7"/>
          </p:nvPr>
        </p:nvSpPr>
        <p:spPr>
          <a:xfrm>
            <a:off x="5513878" y="3292750"/>
            <a:ext cx="2419200" cy="8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1" name="Google Shape;621;p24"/>
          <p:cNvSpPr txBox="1">
            <a:spLocks noGrp="1"/>
          </p:cNvSpPr>
          <p:nvPr>
            <p:ph type="title" idx="8"/>
          </p:nvPr>
        </p:nvSpPr>
        <p:spPr>
          <a:xfrm>
            <a:off x="720000" y="457200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five  columns">
  <p:cSld name="CUSTOM_6_3_1"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25"/>
          <p:cNvSpPr/>
          <p:nvPr/>
        </p:nvSpPr>
        <p:spPr>
          <a:xfrm flipH="1">
            <a:off x="8344801" y="75"/>
            <a:ext cx="799200" cy="5155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4" name="Google Shape;624;p25"/>
          <p:cNvGrpSpPr/>
          <p:nvPr/>
        </p:nvGrpSpPr>
        <p:grpSpPr>
          <a:xfrm rot="5400000" flipH="1">
            <a:off x="6272656" y="2284100"/>
            <a:ext cx="5155451" cy="587251"/>
            <a:chOff x="4113150" y="4556250"/>
            <a:chExt cx="5155451" cy="587251"/>
          </a:xfrm>
        </p:grpSpPr>
        <p:pic>
          <p:nvPicPr>
            <p:cNvPr id="625" name="Google Shape;625;p25"/>
            <p:cNvPicPr preferRelativeResize="0"/>
            <p:nvPr/>
          </p:nvPicPr>
          <p:blipFill rotWithShape="1">
            <a:blip r:embed="rId2">
              <a:alphaModFix amt="33000"/>
            </a:blip>
            <a:srcRect l="31365" t="62490"/>
            <a:stretch/>
          </p:blipFill>
          <p:spPr>
            <a:xfrm>
              <a:off x="4113150" y="4556250"/>
              <a:ext cx="2148951" cy="587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6" name="Google Shape;626;p25"/>
            <p:cNvPicPr preferRelativeResize="0"/>
            <p:nvPr/>
          </p:nvPicPr>
          <p:blipFill rotWithShape="1">
            <a:blip r:embed="rId2">
              <a:alphaModFix amt="33000"/>
            </a:blip>
            <a:srcRect t="62490" r="3975"/>
            <a:stretch/>
          </p:blipFill>
          <p:spPr>
            <a:xfrm>
              <a:off x="6262100" y="4556250"/>
              <a:ext cx="3006501" cy="5872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27" name="Google Shape;627;p25"/>
          <p:cNvPicPr preferRelativeResize="0"/>
          <p:nvPr/>
        </p:nvPicPr>
        <p:blipFill rotWithShape="1">
          <a:blip r:embed="rId3">
            <a:alphaModFix amt="16000"/>
          </a:blip>
          <a:srcRect l="-3241" t="31596" b="45929"/>
          <a:stretch/>
        </p:blipFill>
        <p:spPr>
          <a:xfrm rot="10800000">
            <a:off x="-85775" y="4635748"/>
            <a:ext cx="2387850" cy="5198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8" name="Google Shape;628;p25"/>
          <p:cNvGrpSpPr/>
          <p:nvPr/>
        </p:nvGrpSpPr>
        <p:grpSpPr>
          <a:xfrm flipH="1">
            <a:off x="7731245" y="4671108"/>
            <a:ext cx="772361" cy="369886"/>
            <a:chOff x="6436250" y="292300"/>
            <a:chExt cx="1013997" cy="485605"/>
          </a:xfrm>
        </p:grpSpPr>
        <p:sp>
          <p:nvSpPr>
            <p:cNvPr id="629" name="Google Shape;629;p25"/>
            <p:cNvSpPr/>
            <p:nvPr/>
          </p:nvSpPr>
          <p:spPr>
            <a:xfrm>
              <a:off x="6436250" y="292300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25"/>
            <p:cNvSpPr/>
            <p:nvPr/>
          </p:nvSpPr>
          <p:spPr>
            <a:xfrm>
              <a:off x="6748749" y="292300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25"/>
            <p:cNvSpPr/>
            <p:nvPr/>
          </p:nvSpPr>
          <p:spPr>
            <a:xfrm>
              <a:off x="7061248" y="292300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5"/>
            <p:cNvSpPr/>
            <p:nvPr/>
          </p:nvSpPr>
          <p:spPr>
            <a:xfrm>
              <a:off x="7373747" y="292300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25"/>
            <p:cNvSpPr/>
            <p:nvPr/>
          </p:nvSpPr>
          <p:spPr>
            <a:xfrm>
              <a:off x="6436250" y="496853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25"/>
            <p:cNvSpPr/>
            <p:nvPr/>
          </p:nvSpPr>
          <p:spPr>
            <a:xfrm>
              <a:off x="6748749" y="496853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25"/>
            <p:cNvSpPr/>
            <p:nvPr/>
          </p:nvSpPr>
          <p:spPr>
            <a:xfrm>
              <a:off x="7061248" y="496853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25"/>
            <p:cNvSpPr/>
            <p:nvPr/>
          </p:nvSpPr>
          <p:spPr>
            <a:xfrm>
              <a:off x="7373747" y="496853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25"/>
            <p:cNvSpPr/>
            <p:nvPr/>
          </p:nvSpPr>
          <p:spPr>
            <a:xfrm>
              <a:off x="6436250" y="701405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5"/>
            <p:cNvSpPr/>
            <p:nvPr/>
          </p:nvSpPr>
          <p:spPr>
            <a:xfrm>
              <a:off x="6748749" y="701405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25"/>
            <p:cNvSpPr/>
            <p:nvPr/>
          </p:nvSpPr>
          <p:spPr>
            <a:xfrm>
              <a:off x="7061248" y="701405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25"/>
            <p:cNvSpPr/>
            <p:nvPr/>
          </p:nvSpPr>
          <p:spPr>
            <a:xfrm>
              <a:off x="7373747" y="701405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1" name="Google Shape;641;p25"/>
          <p:cNvGrpSpPr/>
          <p:nvPr/>
        </p:nvGrpSpPr>
        <p:grpSpPr>
          <a:xfrm flipH="1">
            <a:off x="148079" y="133680"/>
            <a:ext cx="469049" cy="238577"/>
            <a:chOff x="384348" y="1648460"/>
            <a:chExt cx="586898" cy="298520"/>
          </a:xfrm>
        </p:grpSpPr>
        <p:sp>
          <p:nvSpPr>
            <p:cNvPr id="642" name="Google Shape;642;p25"/>
            <p:cNvSpPr/>
            <p:nvPr/>
          </p:nvSpPr>
          <p:spPr>
            <a:xfrm>
              <a:off x="384348" y="1648460"/>
              <a:ext cx="63900" cy="63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25"/>
            <p:cNvSpPr/>
            <p:nvPr/>
          </p:nvSpPr>
          <p:spPr>
            <a:xfrm>
              <a:off x="645847" y="1648460"/>
              <a:ext cx="63900" cy="63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25"/>
            <p:cNvSpPr/>
            <p:nvPr/>
          </p:nvSpPr>
          <p:spPr>
            <a:xfrm>
              <a:off x="907346" y="1648460"/>
              <a:ext cx="63900" cy="63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5"/>
            <p:cNvSpPr/>
            <p:nvPr/>
          </p:nvSpPr>
          <p:spPr>
            <a:xfrm>
              <a:off x="384348" y="1883080"/>
              <a:ext cx="63900" cy="63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25"/>
            <p:cNvSpPr/>
            <p:nvPr/>
          </p:nvSpPr>
          <p:spPr>
            <a:xfrm>
              <a:off x="645847" y="1883080"/>
              <a:ext cx="63900" cy="63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5"/>
            <p:cNvSpPr/>
            <p:nvPr/>
          </p:nvSpPr>
          <p:spPr>
            <a:xfrm>
              <a:off x="907346" y="1883080"/>
              <a:ext cx="63900" cy="63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8" name="Google Shape;648;p25"/>
          <p:cNvSpPr txBox="1">
            <a:spLocks noGrp="1"/>
          </p:cNvSpPr>
          <p:nvPr>
            <p:ph type="title"/>
          </p:nvPr>
        </p:nvSpPr>
        <p:spPr>
          <a:xfrm>
            <a:off x="968500" y="1798997"/>
            <a:ext cx="2322300" cy="60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49" name="Google Shape;649;p25"/>
          <p:cNvSpPr txBox="1">
            <a:spLocks noGrp="1"/>
          </p:cNvSpPr>
          <p:nvPr>
            <p:ph type="subTitle" idx="1"/>
          </p:nvPr>
        </p:nvSpPr>
        <p:spPr>
          <a:xfrm>
            <a:off x="968500" y="2209475"/>
            <a:ext cx="23223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0" name="Google Shape;650;p25"/>
          <p:cNvSpPr txBox="1">
            <a:spLocks noGrp="1"/>
          </p:cNvSpPr>
          <p:nvPr>
            <p:ph type="title" idx="2"/>
          </p:nvPr>
        </p:nvSpPr>
        <p:spPr>
          <a:xfrm>
            <a:off x="3410825" y="1798997"/>
            <a:ext cx="2322300" cy="60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51" name="Google Shape;651;p25"/>
          <p:cNvSpPr txBox="1">
            <a:spLocks noGrp="1"/>
          </p:cNvSpPr>
          <p:nvPr>
            <p:ph type="subTitle" idx="3"/>
          </p:nvPr>
        </p:nvSpPr>
        <p:spPr>
          <a:xfrm>
            <a:off x="3410825" y="2209475"/>
            <a:ext cx="23223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2" name="Google Shape;652;p25"/>
          <p:cNvSpPr txBox="1">
            <a:spLocks noGrp="1"/>
          </p:cNvSpPr>
          <p:nvPr>
            <p:ph type="title" idx="4"/>
          </p:nvPr>
        </p:nvSpPr>
        <p:spPr>
          <a:xfrm>
            <a:off x="5853150" y="1798997"/>
            <a:ext cx="2322300" cy="60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53" name="Google Shape;653;p25"/>
          <p:cNvSpPr txBox="1">
            <a:spLocks noGrp="1"/>
          </p:cNvSpPr>
          <p:nvPr>
            <p:ph type="subTitle" idx="5"/>
          </p:nvPr>
        </p:nvSpPr>
        <p:spPr>
          <a:xfrm>
            <a:off x="5853150" y="2209475"/>
            <a:ext cx="23223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4" name="Google Shape;654;p25"/>
          <p:cNvSpPr txBox="1">
            <a:spLocks noGrp="1"/>
          </p:cNvSpPr>
          <p:nvPr>
            <p:ph type="title" idx="6"/>
          </p:nvPr>
        </p:nvSpPr>
        <p:spPr>
          <a:xfrm>
            <a:off x="2189675" y="3640808"/>
            <a:ext cx="2322300" cy="57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55" name="Google Shape;655;p25"/>
          <p:cNvSpPr txBox="1">
            <a:spLocks noGrp="1"/>
          </p:cNvSpPr>
          <p:nvPr>
            <p:ph type="subTitle" idx="7"/>
          </p:nvPr>
        </p:nvSpPr>
        <p:spPr>
          <a:xfrm>
            <a:off x="2189663" y="4003588"/>
            <a:ext cx="2322300" cy="6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6" name="Google Shape;656;p25"/>
          <p:cNvSpPr txBox="1">
            <a:spLocks noGrp="1"/>
          </p:cNvSpPr>
          <p:nvPr>
            <p:ph type="title" idx="8"/>
          </p:nvPr>
        </p:nvSpPr>
        <p:spPr>
          <a:xfrm>
            <a:off x="4632000" y="3640808"/>
            <a:ext cx="2322300" cy="57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57" name="Google Shape;657;p25"/>
          <p:cNvSpPr txBox="1">
            <a:spLocks noGrp="1"/>
          </p:cNvSpPr>
          <p:nvPr>
            <p:ph type="subTitle" idx="9"/>
          </p:nvPr>
        </p:nvSpPr>
        <p:spPr>
          <a:xfrm>
            <a:off x="4631988" y="4003588"/>
            <a:ext cx="2322300" cy="6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8" name="Google Shape;658;p25"/>
          <p:cNvSpPr txBox="1">
            <a:spLocks noGrp="1"/>
          </p:cNvSpPr>
          <p:nvPr>
            <p:ph type="title" idx="13"/>
          </p:nvPr>
        </p:nvSpPr>
        <p:spPr>
          <a:xfrm>
            <a:off x="720000" y="457200"/>
            <a:ext cx="7704000" cy="64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six columns">
  <p:cSld name="CUSTOM_7_1"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26"/>
          <p:cNvSpPr/>
          <p:nvPr/>
        </p:nvSpPr>
        <p:spPr>
          <a:xfrm>
            <a:off x="8237175" y="-47525"/>
            <a:ext cx="932700" cy="525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1" name="Google Shape;661;p26"/>
          <p:cNvGrpSpPr/>
          <p:nvPr/>
        </p:nvGrpSpPr>
        <p:grpSpPr>
          <a:xfrm rot="-5400000">
            <a:off x="6245382" y="2278855"/>
            <a:ext cx="5250827" cy="598115"/>
            <a:chOff x="4113150" y="4556250"/>
            <a:chExt cx="5155451" cy="587251"/>
          </a:xfrm>
        </p:grpSpPr>
        <p:pic>
          <p:nvPicPr>
            <p:cNvPr id="662" name="Google Shape;662;p26"/>
            <p:cNvPicPr preferRelativeResize="0"/>
            <p:nvPr/>
          </p:nvPicPr>
          <p:blipFill rotWithShape="1">
            <a:blip r:embed="rId2">
              <a:alphaModFix amt="33000"/>
            </a:blip>
            <a:srcRect l="31365" t="62490"/>
            <a:stretch/>
          </p:blipFill>
          <p:spPr>
            <a:xfrm>
              <a:off x="4113150" y="4556250"/>
              <a:ext cx="2148951" cy="587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3" name="Google Shape;663;p26"/>
            <p:cNvPicPr preferRelativeResize="0"/>
            <p:nvPr/>
          </p:nvPicPr>
          <p:blipFill rotWithShape="1">
            <a:blip r:embed="rId2">
              <a:alphaModFix amt="33000"/>
            </a:blip>
            <a:srcRect t="62490" r="3975"/>
            <a:stretch/>
          </p:blipFill>
          <p:spPr>
            <a:xfrm>
              <a:off x="6262100" y="4556250"/>
              <a:ext cx="3006501" cy="5872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64" name="Google Shape;664;p26"/>
          <p:cNvGrpSpPr/>
          <p:nvPr/>
        </p:nvGrpSpPr>
        <p:grpSpPr>
          <a:xfrm rot="-5400000">
            <a:off x="-35410" y="4635825"/>
            <a:ext cx="537423" cy="273355"/>
            <a:chOff x="384348" y="1648460"/>
            <a:chExt cx="586898" cy="298520"/>
          </a:xfrm>
        </p:grpSpPr>
        <p:sp>
          <p:nvSpPr>
            <p:cNvPr id="665" name="Google Shape;665;p26"/>
            <p:cNvSpPr/>
            <p:nvPr/>
          </p:nvSpPr>
          <p:spPr>
            <a:xfrm>
              <a:off x="384348" y="1648460"/>
              <a:ext cx="63900" cy="63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6"/>
            <p:cNvSpPr/>
            <p:nvPr/>
          </p:nvSpPr>
          <p:spPr>
            <a:xfrm>
              <a:off x="645847" y="1648460"/>
              <a:ext cx="63900" cy="63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6"/>
            <p:cNvSpPr/>
            <p:nvPr/>
          </p:nvSpPr>
          <p:spPr>
            <a:xfrm>
              <a:off x="907346" y="1648460"/>
              <a:ext cx="63900" cy="63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6"/>
            <p:cNvSpPr/>
            <p:nvPr/>
          </p:nvSpPr>
          <p:spPr>
            <a:xfrm>
              <a:off x="384348" y="1883080"/>
              <a:ext cx="63900" cy="63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6"/>
            <p:cNvSpPr/>
            <p:nvPr/>
          </p:nvSpPr>
          <p:spPr>
            <a:xfrm>
              <a:off x="645847" y="1883080"/>
              <a:ext cx="63900" cy="63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6"/>
            <p:cNvSpPr/>
            <p:nvPr/>
          </p:nvSpPr>
          <p:spPr>
            <a:xfrm>
              <a:off x="907346" y="1883080"/>
              <a:ext cx="63900" cy="63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1" name="Google Shape;671;p26"/>
          <p:cNvSpPr/>
          <p:nvPr/>
        </p:nvSpPr>
        <p:spPr>
          <a:xfrm>
            <a:off x="-393751" y="321085"/>
            <a:ext cx="755700" cy="756000"/>
          </a:xfrm>
          <a:prstGeom prst="pie">
            <a:avLst>
              <a:gd name="adj1" fmla="val 0"/>
              <a:gd name="adj2" fmla="val 10849085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26"/>
          <p:cNvSpPr/>
          <p:nvPr/>
        </p:nvSpPr>
        <p:spPr>
          <a:xfrm>
            <a:off x="-385717" y="-47533"/>
            <a:ext cx="755700" cy="756000"/>
          </a:xfrm>
          <a:prstGeom prst="pie">
            <a:avLst>
              <a:gd name="adj1" fmla="val 0"/>
              <a:gd name="adj2" fmla="val 10849085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73" name="Google Shape;67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0513" y="-607462"/>
            <a:ext cx="2458673" cy="2458674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26"/>
          <p:cNvSpPr txBox="1">
            <a:spLocks noGrp="1"/>
          </p:cNvSpPr>
          <p:nvPr>
            <p:ph type="title"/>
          </p:nvPr>
        </p:nvSpPr>
        <p:spPr>
          <a:xfrm>
            <a:off x="720000" y="457200"/>
            <a:ext cx="7704000" cy="62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75" name="Google Shape;675;p26"/>
          <p:cNvSpPr txBox="1">
            <a:spLocks noGrp="1"/>
          </p:cNvSpPr>
          <p:nvPr>
            <p:ph type="title" idx="2"/>
          </p:nvPr>
        </p:nvSpPr>
        <p:spPr>
          <a:xfrm>
            <a:off x="1400748" y="1283275"/>
            <a:ext cx="2250900" cy="50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76" name="Google Shape;676;p26"/>
          <p:cNvSpPr txBox="1">
            <a:spLocks noGrp="1"/>
          </p:cNvSpPr>
          <p:nvPr>
            <p:ph type="subTitle" idx="1"/>
          </p:nvPr>
        </p:nvSpPr>
        <p:spPr>
          <a:xfrm>
            <a:off x="1400759" y="1634175"/>
            <a:ext cx="2250900" cy="5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7" name="Google Shape;677;p26"/>
          <p:cNvSpPr txBox="1">
            <a:spLocks noGrp="1"/>
          </p:cNvSpPr>
          <p:nvPr>
            <p:ph type="title" idx="3"/>
          </p:nvPr>
        </p:nvSpPr>
        <p:spPr>
          <a:xfrm>
            <a:off x="1400748" y="3685800"/>
            <a:ext cx="2250900" cy="50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78" name="Google Shape;678;p26"/>
          <p:cNvSpPr txBox="1">
            <a:spLocks noGrp="1"/>
          </p:cNvSpPr>
          <p:nvPr>
            <p:ph type="subTitle" idx="4"/>
          </p:nvPr>
        </p:nvSpPr>
        <p:spPr>
          <a:xfrm>
            <a:off x="1400759" y="4036600"/>
            <a:ext cx="2250900" cy="5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9" name="Google Shape;679;p26"/>
          <p:cNvSpPr txBox="1">
            <a:spLocks noGrp="1"/>
          </p:cNvSpPr>
          <p:nvPr>
            <p:ph type="title" idx="5"/>
          </p:nvPr>
        </p:nvSpPr>
        <p:spPr>
          <a:xfrm>
            <a:off x="1400748" y="2484575"/>
            <a:ext cx="2250900" cy="50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80" name="Google Shape;680;p26"/>
          <p:cNvSpPr txBox="1">
            <a:spLocks noGrp="1"/>
          </p:cNvSpPr>
          <p:nvPr>
            <p:ph type="subTitle" idx="6"/>
          </p:nvPr>
        </p:nvSpPr>
        <p:spPr>
          <a:xfrm>
            <a:off x="1400759" y="2835375"/>
            <a:ext cx="2250900" cy="5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1" name="Google Shape;681;p26"/>
          <p:cNvSpPr txBox="1">
            <a:spLocks noGrp="1"/>
          </p:cNvSpPr>
          <p:nvPr>
            <p:ph type="title" idx="7"/>
          </p:nvPr>
        </p:nvSpPr>
        <p:spPr>
          <a:xfrm>
            <a:off x="5183573" y="1283275"/>
            <a:ext cx="2250900" cy="50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82" name="Google Shape;682;p26"/>
          <p:cNvSpPr txBox="1">
            <a:spLocks noGrp="1"/>
          </p:cNvSpPr>
          <p:nvPr>
            <p:ph type="subTitle" idx="8"/>
          </p:nvPr>
        </p:nvSpPr>
        <p:spPr>
          <a:xfrm>
            <a:off x="5183584" y="1634175"/>
            <a:ext cx="2250900" cy="5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3" name="Google Shape;683;p26"/>
          <p:cNvSpPr txBox="1">
            <a:spLocks noGrp="1"/>
          </p:cNvSpPr>
          <p:nvPr>
            <p:ph type="title" idx="9"/>
          </p:nvPr>
        </p:nvSpPr>
        <p:spPr>
          <a:xfrm>
            <a:off x="5183573" y="3685800"/>
            <a:ext cx="2250900" cy="50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84" name="Google Shape;684;p26"/>
          <p:cNvSpPr txBox="1">
            <a:spLocks noGrp="1"/>
          </p:cNvSpPr>
          <p:nvPr>
            <p:ph type="subTitle" idx="13"/>
          </p:nvPr>
        </p:nvSpPr>
        <p:spPr>
          <a:xfrm>
            <a:off x="5183584" y="4036600"/>
            <a:ext cx="2250900" cy="5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5" name="Google Shape;685;p26"/>
          <p:cNvSpPr txBox="1">
            <a:spLocks noGrp="1"/>
          </p:cNvSpPr>
          <p:nvPr>
            <p:ph type="title" idx="14"/>
          </p:nvPr>
        </p:nvSpPr>
        <p:spPr>
          <a:xfrm>
            <a:off x="5183573" y="2484575"/>
            <a:ext cx="2250900" cy="50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86" name="Google Shape;686;p26"/>
          <p:cNvSpPr txBox="1">
            <a:spLocks noGrp="1"/>
          </p:cNvSpPr>
          <p:nvPr>
            <p:ph type="subTitle" idx="15"/>
          </p:nvPr>
        </p:nvSpPr>
        <p:spPr>
          <a:xfrm>
            <a:off x="5183584" y="2835375"/>
            <a:ext cx="2250900" cy="5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umbers and text">
  <p:cSld name="CUSTOM_8_1"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27"/>
          <p:cNvSpPr/>
          <p:nvPr/>
        </p:nvSpPr>
        <p:spPr>
          <a:xfrm>
            <a:off x="7882273" y="-10337"/>
            <a:ext cx="1287600" cy="5176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89" name="Google Shape;689;p27"/>
          <p:cNvGrpSpPr/>
          <p:nvPr/>
        </p:nvGrpSpPr>
        <p:grpSpPr>
          <a:xfrm rot="-5400000">
            <a:off x="6282806" y="2278885"/>
            <a:ext cx="5176073" cy="598115"/>
            <a:chOff x="4113150" y="4556250"/>
            <a:chExt cx="5155451" cy="587251"/>
          </a:xfrm>
        </p:grpSpPr>
        <p:pic>
          <p:nvPicPr>
            <p:cNvPr id="690" name="Google Shape;690;p27"/>
            <p:cNvPicPr preferRelativeResize="0"/>
            <p:nvPr/>
          </p:nvPicPr>
          <p:blipFill rotWithShape="1">
            <a:blip r:embed="rId2">
              <a:alphaModFix amt="33000"/>
            </a:blip>
            <a:srcRect l="31365" t="62490"/>
            <a:stretch/>
          </p:blipFill>
          <p:spPr>
            <a:xfrm>
              <a:off x="4113150" y="4556250"/>
              <a:ext cx="2148951" cy="587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1" name="Google Shape;691;p27"/>
            <p:cNvPicPr preferRelativeResize="0"/>
            <p:nvPr/>
          </p:nvPicPr>
          <p:blipFill rotWithShape="1">
            <a:blip r:embed="rId2">
              <a:alphaModFix amt="33000"/>
            </a:blip>
            <a:srcRect t="62490" r="3975"/>
            <a:stretch/>
          </p:blipFill>
          <p:spPr>
            <a:xfrm>
              <a:off x="6262100" y="4556250"/>
              <a:ext cx="3006501" cy="5872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92" name="Google Shape;692;p27"/>
          <p:cNvSpPr/>
          <p:nvPr/>
        </p:nvSpPr>
        <p:spPr>
          <a:xfrm flipH="1">
            <a:off x="-25927" y="-47514"/>
            <a:ext cx="1287600" cy="5250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3" name="Google Shape;693;p27"/>
          <p:cNvGrpSpPr/>
          <p:nvPr/>
        </p:nvGrpSpPr>
        <p:grpSpPr>
          <a:xfrm flipH="1">
            <a:off x="7448958" y="4608408"/>
            <a:ext cx="863722" cy="413639"/>
            <a:chOff x="6436250" y="292300"/>
            <a:chExt cx="1013997" cy="485605"/>
          </a:xfrm>
        </p:grpSpPr>
        <p:sp>
          <p:nvSpPr>
            <p:cNvPr id="694" name="Google Shape;694;p27"/>
            <p:cNvSpPr/>
            <p:nvPr/>
          </p:nvSpPr>
          <p:spPr>
            <a:xfrm>
              <a:off x="6436250" y="292300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27"/>
            <p:cNvSpPr/>
            <p:nvPr/>
          </p:nvSpPr>
          <p:spPr>
            <a:xfrm>
              <a:off x="6748749" y="292300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27"/>
            <p:cNvSpPr/>
            <p:nvPr/>
          </p:nvSpPr>
          <p:spPr>
            <a:xfrm>
              <a:off x="7061248" y="292300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27"/>
            <p:cNvSpPr/>
            <p:nvPr/>
          </p:nvSpPr>
          <p:spPr>
            <a:xfrm>
              <a:off x="7373747" y="292300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7"/>
            <p:cNvSpPr/>
            <p:nvPr/>
          </p:nvSpPr>
          <p:spPr>
            <a:xfrm>
              <a:off x="6436250" y="496853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27"/>
            <p:cNvSpPr/>
            <p:nvPr/>
          </p:nvSpPr>
          <p:spPr>
            <a:xfrm>
              <a:off x="6748749" y="496853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27"/>
            <p:cNvSpPr/>
            <p:nvPr/>
          </p:nvSpPr>
          <p:spPr>
            <a:xfrm>
              <a:off x="7061248" y="496853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27"/>
            <p:cNvSpPr/>
            <p:nvPr/>
          </p:nvSpPr>
          <p:spPr>
            <a:xfrm>
              <a:off x="7373747" y="496853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27"/>
            <p:cNvSpPr/>
            <p:nvPr/>
          </p:nvSpPr>
          <p:spPr>
            <a:xfrm>
              <a:off x="6436250" y="701405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27"/>
            <p:cNvSpPr/>
            <p:nvPr/>
          </p:nvSpPr>
          <p:spPr>
            <a:xfrm>
              <a:off x="6748749" y="701405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27"/>
            <p:cNvSpPr/>
            <p:nvPr/>
          </p:nvSpPr>
          <p:spPr>
            <a:xfrm>
              <a:off x="7061248" y="701405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27"/>
            <p:cNvSpPr/>
            <p:nvPr/>
          </p:nvSpPr>
          <p:spPr>
            <a:xfrm>
              <a:off x="7373747" y="701405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6" name="Google Shape;706;p27"/>
          <p:cNvSpPr/>
          <p:nvPr/>
        </p:nvSpPr>
        <p:spPr>
          <a:xfrm flipH="1">
            <a:off x="7417312" y="83613"/>
            <a:ext cx="927000" cy="927600"/>
          </a:xfrm>
          <a:prstGeom prst="pie">
            <a:avLst>
              <a:gd name="adj1" fmla="val 0"/>
              <a:gd name="adj2" fmla="val 10849085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27"/>
          <p:cNvSpPr/>
          <p:nvPr/>
        </p:nvSpPr>
        <p:spPr>
          <a:xfrm flipH="1">
            <a:off x="7417312" y="543440"/>
            <a:ext cx="927000" cy="927600"/>
          </a:xfrm>
          <a:prstGeom prst="pie">
            <a:avLst>
              <a:gd name="adj1" fmla="val 0"/>
              <a:gd name="adj2" fmla="val 10849085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08" name="Google Shape;708;p27"/>
          <p:cNvPicPr preferRelativeResize="0"/>
          <p:nvPr/>
        </p:nvPicPr>
        <p:blipFill rotWithShape="1">
          <a:blip r:embed="rId3">
            <a:alphaModFix amt="16000"/>
          </a:blip>
          <a:srcRect l="10152" t="42565"/>
          <a:stretch/>
        </p:blipFill>
        <p:spPr>
          <a:xfrm>
            <a:off x="2625" y="0"/>
            <a:ext cx="2078225" cy="13284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9" name="Google Shape;709;p27"/>
          <p:cNvGrpSpPr/>
          <p:nvPr/>
        </p:nvGrpSpPr>
        <p:grpSpPr>
          <a:xfrm rot="-5400000" flipH="1">
            <a:off x="303108" y="1835996"/>
            <a:ext cx="863722" cy="413639"/>
            <a:chOff x="6436250" y="292300"/>
            <a:chExt cx="1013997" cy="485605"/>
          </a:xfrm>
        </p:grpSpPr>
        <p:sp>
          <p:nvSpPr>
            <p:cNvPr id="710" name="Google Shape;710;p27"/>
            <p:cNvSpPr/>
            <p:nvPr/>
          </p:nvSpPr>
          <p:spPr>
            <a:xfrm>
              <a:off x="6436250" y="292300"/>
              <a:ext cx="76500" cy="7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27"/>
            <p:cNvSpPr/>
            <p:nvPr/>
          </p:nvSpPr>
          <p:spPr>
            <a:xfrm>
              <a:off x="6748749" y="292300"/>
              <a:ext cx="76500" cy="7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27"/>
            <p:cNvSpPr/>
            <p:nvPr/>
          </p:nvSpPr>
          <p:spPr>
            <a:xfrm>
              <a:off x="7061248" y="292300"/>
              <a:ext cx="76500" cy="7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27"/>
            <p:cNvSpPr/>
            <p:nvPr/>
          </p:nvSpPr>
          <p:spPr>
            <a:xfrm>
              <a:off x="7373747" y="292300"/>
              <a:ext cx="76500" cy="7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27"/>
            <p:cNvSpPr/>
            <p:nvPr/>
          </p:nvSpPr>
          <p:spPr>
            <a:xfrm>
              <a:off x="6436250" y="496853"/>
              <a:ext cx="76500" cy="7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27"/>
            <p:cNvSpPr/>
            <p:nvPr/>
          </p:nvSpPr>
          <p:spPr>
            <a:xfrm>
              <a:off x="6748749" y="496853"/>
              <a:ext cx="76500" cy="7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27"/>
            <p:cNvSpPr/>
            <p:nvPr/>
          </p:nvSpPr>
          <p:spPr>
            <a:xfrm>
              <a:off x="7061248" y="496853"/>
              <a:ext cx="76500" cy="7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27"/>
            <p:cNvSpPr/>
            <p:nvPr/>
          </p:nvSpPr>
          <p:spPr>
            <a:xfrm>
              <a:off x="7373747" y="496853"/>
              <a:ext cx="76500" cy="7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27"/>
            <p:cNvSpPr/>
            <p:nvPr/>
          </p:nvSpPr>
          <p:spPr>
            <a:xfrm>
              <a:off x="6436250" y="701405"/>
              <a:ext cx="76500" cy="7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27"/>
            <p:cNvSpPr/>
            <p:nvPr/>
          </p:nvSpPr>
          <p:spPr>
            <a:xfrm>
              <a:off x="6748749" y="701405"/>
              <a:ext cx="76500" cy="7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27"/>
            <p:cNvSpPr/>
            <p:nvPr/>
          </p:nvSpPr>
          <p:spPr>
            <a:xfrm>
              <a:off x="7061248" y="701405"/>
              <a:ext cx="76500" cy="7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27"/>
            <p:cNvSpPr/>
            <p:nvPr/>
          </p:nvSpPr>
          <p:spPr>
            <a:xfrm>
              <a:off x="7373747" y="701405"/>
              <a:ext cx="76500" cy="7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22" name="Google Shape;722;p27"/>
          <p:cNvPicPr preferRelativeResize="0"/>
          <p:nvPr/>
        </p:nvPicPr>
        <p:blipFill rotWithShape="1">
          <a:blip r:embed="rId4">
            <a:alphaModFix/>
          </a:blip>
          <a:srcRect l="25678" b="31791"/>
          <a:stretch/>
        </p:blipFill>
        <p:spPr>
          <a:xfrm>
            <a:off x="-134600" y="3414499"/>
            <a:ext cx="2115951" cy="1910800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p27"/>
          <p:cNvSpPr txBox="1">
            <a:spLocks noGrp="1"/>
          </p:cNvSpPr>
          <p:nvPr>
            <p:ph type="title" hasCustomPrompt="1"/>
          </p:nvPr>
        </p:nvSpPr>
        <p:spPr>
          <a:xfrm>
            <a:off x="2154819" y="740963"/>
            <a:ext cx="4836600" cy="7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24" name="Google Shape;724;p27"/>
          <p:cNvSpPr txBox="1">
            <a:spLocks noGrp="1"/>
          </p:cNvSpPr>
          <p:nvPr>
            <p:ph type="subTitle" idx="1"/>
          </p:nvPr>
        </p:nvSpPr>
        <p:spPr>
          <a:xfrm>
            <a:off x="2154819" y="1456588"/>
            <a:ext cx="4836600" cy="395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25" name="Google Shape;725;p27"/>
          <p:cNvSpPr txBox="1">
            <a:spLocks noGrp="1"/>
          </p:cNvSpPr>
          <p:nvPr>
            <p:ph type="title" idx="2" hasCustomPrompt="1"/>
          </p:nvPr>
        </p:nvSpPr>
        <p:spPr>
          <a:xfrm>
            <a:off x="2154819" y="2016238"/>
            <a:ext cx="4836600" cy="7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26" name="Google Shape;726;p27"/>
          <p:cNvSpPr txBox="1">
            <a:spLocks noGrp="1"/>
          </p:cNvSpPr>
          <p:nvPr>
            <p:ph type="subTitle" idx="3"/>
          </p:nvPr>
        </p:nvSpPr>
        <p:spPr>
          <a:xfrm>
            <a:off x="2154819" y="2731863"/>
            <a:ext cx="4836600" cy="395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27" name="Google Shape;727;p27"/>
          <p:cNvSpPr txBox="1">
            <a:spLocks noGrp="1"/>
          </p:cNvSpPr>
          <p:nvPr>
            <p:ph type="title" idx="4" hasCustomPrompt="1"/>
          </p:nvPr>
        </p:nvSpPr>
        <p:spPr>
          <a:xfrm>
            <a:off x="2154819" y="3291513"/>
            <a:ext cx="4836600" cy="7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28" name="Google Shape;728;p27"/>
          <p:cNvSpPr txBox="1">
            <a:spLocks noGrp="1"/>
          </p:cNvSpPr>
          <p:nvPr>
            <p:ph type="subTitle" idx="5"/>
          </p:nvPr>
        </p:nvSpPr>
        <p:spPr>
          <a:xfrm>
            <a:off x="2154819" y="4007138"/>
            <a:ext cx="4836600" cy="395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umbers and text 1">
  <p:cSld name="CUSTOM_8_1_1"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28"/>
          <p:cNvSpPr/>
          <p:nvPr/>
        </p:nvSpPr>
        <p:spPr>
          <a:xfrm>
            <a:off x="8600450" y="-22650"/>
            <a:ext cx="586800" cy="5188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31" name="Google Shape;731;p28"/>
          <p:cNvPicPr preferRelativeResize="0"/>
          <p:nvPr/>
        </p:nvPicPr>
        <p:blipFill rotWithShape="1">
          <a:blip r:embed="rId2">
            <a:alphaModFix amt="16000"/>
          </a:blip>
          <a:srcRect l="10152" t="42565"/>
          <a:stretch/>
        </p:blipFill>
        <p:spPr>
          <a:xfrm rot="-5400000" flipH="1">
            <a:off x="-302513" y="292188"/>
            <a:ext cx="1677050" cy="10720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32" name="Google Shape;732;p28"/>
          <p:cNvGrpSpPr/>
          <p:nvPr/>
        </p:nvGrpSpPr>
        <p:grpSpPr>
          <a:xfrm rot="5400000" flipH="1">
            <a:off x="-444473" y="4224172"/>
            <a:ext cx="839278" cy="999375"/>
            <a:chOff x="167916" y="3616075"/>
            <a:chExt cx="1005484" cy="1197286"/>
          </a:xfrm>
        </p:grpSpPr>
        <p:pic>
          <p:nvPicPr>
            <p:cNvPr id="733" name="Google Shape;733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-130994" y="3914985"/>
              <a:ext cx="1197286" cy="5994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4" name="Google Shape;734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5400000">
              <a:off x="566538" y="4011713"/>
              <a:ext cx="807699" cy="4060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35" name="Google Shape;735;p28"/>
          <p:cNvPicPr preferRelativeResize="0"/>
          <p:nvPr/>
        </p:nvPicPr>
        <p:blipFill rotWithShape="1">
          <a:blip r:embed="rId5">
            <a:alphaModFix/>
          </a:blip>
          <a:srcRect r="55209" b="45875"/>
          <a:stretch/>
        </p:blipFill>
        <p:spPr>
          <a:xfrm rot="10800000" flipH="1">
            <a:off x="7986900" y="-71875"/>
            <a:ext cx="1159725" cy="13789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36" name="Google Shape;736;p28"/>
          <p:cNvGrpSpPr/>
          <p:nvPr/>
        </p:nvGrpSpPr>
        <p:grpSpPr>
          <a:xfrm flipH="1">
            <a:off x="1241054" y="102235"/>
            <a:ext cx="586898" cy="298520"/>
            <a:chOff x="384348" y="1648460"/>
            <a:chExt cx="586898" cy="298520"/>
          </a:xfrm>
        </p:grpSpPr>
        <p:sp>
          <p:nvSpPr>
            <p:cNvPr id="737" name="Google Shape;737;p28"/>
            <p:cNvSpPr/>
            <p:nvPr/>
          </p:nvSpPr>
          <p:spPr>
            <a:xfrm>
              <a:off x="384348" y="1648460"/>
              <a:ext cx="63900" cy="63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28"/>
            <p:cNvSpPr/>
            <p:nvPr/>
          </p:nvSpPr>
          <p:spPr>
            <a:xfrm>
              <a:off x="645847" y="1648460"/>
              <a:ext cx="63900" cy="63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28"/>
            <p:cNvSpPr/>
            <p:nvPr/>
          </p:nvSpPr>
          <p:spPr>
            <a:xfrm>
              <a:off x="907346" y="1648460"/>
              <a:ext cx="63900" cy="63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28"/>
            <p:cNvSpPr/>
            <p:nvPr/>
          </p:nvSpPr>
          <p:spPr>
            <a:xfrm>
              <a:off x="384348" y="1883080"/>
              <a:ext cx="63900" cy="63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28"/>
            <p:cNvSpPr/>
            <p:nvPr/>
          </p:nvSpPr>
          <p:spPr>
            <a:xfrm>
              <a:off x="645847" y="1883080"/>
              <a:ext cx="63900" cy="63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28"/>
            <p:cNvSpPr/>
            <p:nvPr/>
          </p:nvSpPr>
          <p:spPr>
            <a:xfrm>
              <a:off x="907346" y="1883080"/>
              <a:ext cx="63900" cy="63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3" name="Google Shape;743;p28"/>
          <p:cNvSpPr txBox="1">
            <a:spLocks noGrp="1"/>
          </p:cNvSpPr>
          <p:nvPr>
            <p:ph type="title"/>
          </p:nvPr>
        </p:nvSpPr>
        <p:spPr>
          <a:xfrm>
            <a:off x="720000" y="457200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44" name="Google Shape;744;p28"/>
          <p:cNvSpPr txBox="1">
            <a:spLocks noGrp="1"/>
          </p:cNvSpPr>
          <p:nvPr>
            <p:ph type="title" idx="2" hasCustomPrompt="1"/>
          </p:nvPr>
        </p:nvSpPr>
        <p:spPr>
          <a:xfrm>
            <a:off x="1394175" y="1943550"/>
            <a:ext cx="15396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45" name="Google Shape;745;p28"/>
          <p:cNvSpPr txBox="1">
            <a:spLocks noGrp="1"/>
          </p:cNvSpPr>
          <p:nvPr>
            <p:ph type="subTitle" idx="1"/>
          </p:nvPr>
        </p:nvSpPr>
        <p:spPr>
          <a:xfrm>
            <a:off x="1077375" y="3698000"/>
            <a:ext cx="2173200" cy="8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46" name="Google Shape;746;p28"/>
          <p:cNvSpPr txBox="1">
            <a:spLocks noGrp="1"/>
          </p:cNvSpPr>
          <p:nvPr>
            <p:ph type="subTitle" idx="3"/>
          </p:nvPr>
        </p:nvSpPr>
        <p:spPr>
          <a:xfrm>
            <a:off x="1077375" y="3302950"/>
            <a:ext cx="2173200" cy="52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747" name="Google Shape;747;p28"/>
          <p:cNvSpPr txBox="1">
            <a:spLocks noGrp="1"/>
          </p:cNvSpPr>
          <p:nvPr>
            <p:ph type="title" idx="4" hasCustomPrompt="1"/>
          </p:nvPr>
        </p:nvSpPr>
        <p:spPr>
          <a:xfrm>
            <a:off x="3802205" y="1943550"/>
            <a:ext cx="15396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48" name="Google Shape;748;p28"/>
          <p:cNvSpPr txBox="1">
            <a:spLocks noGrp="1"/>
          </p:cNvSpPr>
          <p:nvPr>
            <p:ph type="subTitle" idx="5"/>
          </p:nvPr>
        </p:nvSpPr>
        <p:spPr>
          <a:xfrm>
            <a:off x="3485400" y="3698000"/>
            <a:ext cx="2173200" cy="8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49" name="Google Shape;749;p28"/>
          <p:cNvSpPr txBox="1">
            <a:spLocks noGrp="1"/>
          </p:cNvSpPr>
          <p:nvPr>
            <p:ph type="subTitle" idx="6"/>
          </p:nvPr>
        </p:nvSpPr>
        <p:spPr>
          <a:xfrm>
            <a:off x="3485400" y="3302950"/>
            <a:ext cx="2173200" cy="52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750" name="Google Shape;750;p28"/>
          <p:cNvSpPr txBox="1">
            <a:spLocks noGrp="1"/>
          </p:cNvSpPr>
          <p:nvPr>
            <p:ph type="title" idx="7" hasCustomPrompt="1"/>
          </p:nvPr>
        </p:nvSpPr>
        <p:spPr>
          <a:xfrm>
            <a:off x="6210222" y="1943550"/>
            <a:ext cx="15396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51" name="Google Shape;751;p28"/>
          <p:cNvSpPr txBox="1">
            <a:spLocks noGrp="1"/>
          </p:cNvSpPr>
          <p:nvPr>
            <p:ph type="subTitle" idx="8"/>
          </p:nvPr>
        </p:nvSpPr>
        <p:spPr>
          <a:xfrm>
            <a:off x="5893425" y="3698000"/>
            <a:ext cx="2173200" cy="8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52" name="Google Shape;752;p28"/>
          <p:cNvSpPr txBox="1">
            <a:spLocks noGrp="1"/>
          </p:cNvSpPr>
          <p:nvPr>
            <p:ph type="subTitle" idx="9"/>
          </p:nvPr>
        </p:nvSpPr>
        <p:spPr>
          <a:xfrm>
            <a:off x="5893425" y="3302950"/>
            <a:ext cx="2173200" cy="52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s">
  <p:cSld name="CUSTOM_3"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4" name="Google Shape;754;p29"/>
          <p:cNvGrpSpPr/>
          <p:nvPr/>
        </p:nvGrpSpPr>
        <p:grpSpPr>
          <a:xfrm flipH="1">
            <a:off x="-606700" y="313051"/>
            <a:ext cx="1930257" cy="1528943"/>
            <a:chOff x="8408986" y="1878276"/>
            <a:chExt cx="1507777" cy="1194300"/>
          </a:xfrm>
        </p:grpSpPr>
        <p:sp>
          <p:nvSpPr>
            <p:cNvPr id="755" name="Google Shape;755;p29"/>
            <p:cNvSpPr/>
            <p:nvPr/>
          </p:nvSpPr>
          <p:spPr>
            <a:xfrm rot="5400000">
              <a:off x="8409286" y="1877976"/>
              <a:ext cx="1194300" cy="1194900"/>
            </a:xfrm>
            <a:prstGeom prst="pie">
              <a:avLst>
                <a:gd name="adj1" fmla="val 0"/>
                <a:gd name="adj2" fmla="val 10849085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9"/>
            <p:cNvSpPr/>
            <p:nvPr/>
          </p:nvSpPr>
          <p:spPr>
            <a:xfrm rot="5400000">
              <a:off x="9010313" y="2022125"/>
              <a:ext cx="906300" cy="906600"/>
            </a:xfrm>
            <a:prstGeom prst="pie">
              <a:avLst>
                <a:gd name="adj1" fmla="val 0"/>
                <a:gd name="adj2" fmla="val 10849085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7" name="Google Shape;757;p29"/>
          <p:cNvSpPr/>
          <p:nvPr/>
        </p:nvSpPr>
        <p:spPr>
          <a:xfrm flipH="1">
            <a:off x="8130007" y="75"/>
            <a:ext cx="1014000" cy="5155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58" name="Google Shape;758;p29"/>
          <p:cNvGrpSpPr/>
          <p:nvPr/>
        </p:nvGrpSpPr>
        <p:grpSpPr>
          <a:xfrm rot="5400000" flipH="1">
            <a:off x="6272656" y="2284100"/>
            <a:ext cx="5155451" cy="587251"/>
            <a:chOff x="4113150" y="4556250"/>
            <a:chExt cx="5155451" cy="587251"/>
          </a:xfrm>
        </p:grpSpPr>
        <p:pic>
          <p:nvPicPr>
            <p:cNvPr id="759" name="Google Shape;759;p29"/>
            <p:cNvPicPr preferRelativeResize="0"/>
            <p:nvPr/>
          </p:nvPicPr>
          <p:blipFill rotWithShape="1">
            <a:blip r:embed="rId2">
              <a:alphaModFix amt="33000"/>
            </a:blip>
            <a:srcRect l="31365" t="62490"/>
            <a:stretch/>
          </p:blipFill>
          <p:spPr>
            <a:xfrm>
              <a:off x="4113150" y="4556250"/>
              <a:ext cx="2148951" cy="587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0" name="Google Shape;760;p29"/>
            <p:cNvPicPr preferRelativeResize="0"/>
            <p:nvPr/>
          </p:nvPicPr>
          <p:blipFill rotWithShape="1">
            <a:blip r:embed="rId2">
              <a:alphaModFix amt="33000"/>
            </a:blip>
            <a:srcRect t="62490" r="3975"/>
            <a:stretch/>
          </p:blipFill>
          <p:spPr>
            <a:xfrm>
              <a:off x="6262100" y="4556250"/>
              <a:ext cx="3006501" cy="5872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61" name="Google Shape;761;p29"/>
          <p:cNvPicPr preferRelativeResize="0"/>
          <p:nvPr/>
        </p:nvPicPr>
        <p:blipFill rotWithShape="1">
          <a:blip r:embed="rId3">
            <a:alphaModFix/>
          </a:blip>
          <a:srcRect l="23757" t="19987"/>
          <a:stretch/>
        </p:blipFill>
        <p:spPr>
          <a:xfrm flipH="1">
            <a:off x="7088058" y="-75201"/>
            <a:ext cx="2135274" cy="220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2" name="Google Shape;762;p29"/>
          <p:cNvPicPr preferRelativeResize="0"/>
          <p:nvPr/>
        </p:nvPicPr>
        <p:blipFill rotWithShape="1">
          <a:blip r:embed="rId4">
            <a:alphaModFix amt="16000"/>
          </a:blip>
          <a:srcRect l="-3241" t="31595" b="-1374"/>
          <a:stretch/>
        </p:blipFill>
        <p:spPr>
          <a:xfrm rot="10800000">
            <a:off x="7" y="3541575"/>
            <a:ext cx="2387850" cy="1613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3" name="Google Shape;763;p29"/>
          <p:cNvGrpSpPr/>
          <p:nvPr/>
        </p:nvGrpSpPr>
        <p:grpSpPr>
          <a:xfrm flipH="1">
            <a:off x="7330785" y="4365600"/>
            <a:ext cx="1013997" cy="485605"/>
            <a:chOff x="6436250" y="292300"/>
            <a:chExt cx="1013997" cy="485605"/>
          </a:xfrm>
        </p:grpSpPr>
        <p:sp>
          <p:nvSpPr>
            <p:cNvPr id="764" name="Google Shape;764;p29"/>
            <p:cNvSpPr/>
            <p:nvPr/>
          </p:nvSpPr>
          <p:spPr>
            <a:xfrm>
              <a:off x="6436250" y="292300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29"/>
            <p:cNvSpPr/>
            <p:nvPr/>
          </p:nvSpPr>
          <p:spPr>
            <a:xfrm>
              <a:off x="6748749" y="292300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29"/>
            <p:cNvSpPr/>
            <p:nvPr/>
          </p:nvSpPr>
          <p:spPr>
            <a:xfrm>
              <a:off x="7061248" y="292300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29"/>
            <p:cNvSpPr/>
            <p:nvPr/>
          </p:nvSpPr>
          <p:spPr>
            <a:xfrm>
              <a:off x="7373747" y="292300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29"/>
            <p:cNvSpPr/>
            <p:nvPr/>
          </p:nvSpPr>
          <p:spPr>
            <a:xfrm>
              <a:off x="6436250" y="496853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29"/>
            <p:cNvSpPr/>
            <p:nvPr/>
          </p:nvSpPr>
          <p:spPr>
            <a:xfrm>
              <a:off x="6748749" y="496853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29"/>
            <p:cNvSpPr/>
            <p:nvPr/>
          </p:nvSpPr>
          <p:spPr>
            <a:xfrm>
              <a:off x="7061248" y="496853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29"/>
            <p:cNvSpPr/>
            <p:nvPr/>
          </p:nvSpPr>
          <p:spPr>
            <a:xfrm>
              <a:off x="7373747" y="496853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29"/>
            <p:cNvSpPr/>
            <p:nvPr/>
          </p:nvSpPr>
          <p:spPr>
            <a:xfrm>
              <a:off x="6436250" y="701405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29"/>
            <p:cNvSpPr/>
            <p:nvPr/>
          </p:nvSpPr>
          <p:spPr>
            <a:xfrm>
              <a:off x="6748749" y="701405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29"/>
            <p:cNvSpPr/>
            <p:nvPr/>
          </p:nvSpPr>
          <p:spPr>
            <a:xfrm>
              <a:off x="7061248" y="701405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29"/>
            <p:cNvSpPr/>
            <p:nvPr/>
          </p:nvSpPr>
          <p:spPr>
            <a:xfrm>
              <a:off x="7373747" y="701405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6" name="Google Shape;776;p29"/>
          <p:cNvGrpSpPr/>
          <p:nvPr/>
        </p:nvGrpSpPr>
        <p:grpSpPr>
          <a:xfrm flipH="1">
            <a:off x="778461" y="133710"/>
            <a:ext cx="586898" cy="298520"/>
            <a:chOff x="384348" y="1648460"/>
            <a:chExt cx="586898" cy="298520"/>
          </a:xfrm>
        </p:grpSpPr>
        <p:sp>
          <p:nvSpPr>
            <p:cNvPr id="777" name="Google Shape;777;p29"/>
            <p:cNvSpPr/>
            <p:nvPr/>
          </p:nvSpPr>
          <p:spPr>
            <a:xfrm>
              <a:off x="384348" y="1648460"/>
              <a:ext cx="63900" cy="63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29"/>
            <p:cNvSpPr/>
            <p:nvPr/>
          </p:nvSpPr>
          <p:spPr>
            <a:xfrm>
              <a:off x="645847" y="1648460"/>
              <a:ext cx="63900" cy="63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29"/>
            <p:cNvSpPr/>
            <p:nvPr/>
          </p:nvSpPr>
          <p:spPr>
            <a:xfrm>
              <a:off x="907346" y="1648460"/>
              <a:ext cx="63900" cy="63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29"/>
            <p:cNvSpPr/>
            <p:nvPr/>
          </p:nvSpPr>
          <p:spPr>
            <a:xfrm>
              <a:off x="384348" y="1883080"/>
              <a:ext cx="63900" cy="63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29"/>
            <p:cNvSpPr/>
            <p:nvPr/>
          </p:nvSpPr>
          <p:spPr>
            <a:xfrm>
              <a:off x="645847" y="1883080"/>
              <a:ext cx="63900" cy="63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29"/>
            <p:cNvSpPr/>
            <p:nvPr/>
          </p:nvSpPr>
          <p:spPr>
            <a:xfrm>
              <a:off x="907346" y="1883080"/>
              <a:ext cx="63900" cy="63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3" name="Google Shape;783;p29"/>
          <p:cNvSpPr txBox="1">
            <a:spLocks noGrp="1"/>
          </p:cNvSpPr>
          <p:nvPr>
            <p:ph type="title"/>
          </p:nvPr>
        </p:nvSpPr>
        <p:spPr>
          <a:xfrm>
            <a:off x="2708250" y="649075"/>
            <a:ext cx="3727500" cy="114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84" name="Google Shape;784;p29"/>
          <p:cNvSpPr txBox="1">
            <a:spLocks noGrp="1"/>
          </p:cNvSpPr>
          <p:nvPr>
            <p:ph type="subTitle" idx="1"/>
          </p:nvPr>
        </p:nvSpPr>
        <p:spPr>
          <a:xfrm>
            <a:off x="2708225" y="2355638"/>
            <a:ext cx="3727500" cy="110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5" name="Google Shape;785;p29"/>
          <p:cNvSpPr txBox="1"/>
          <p:nvPr/>
        </p:nvSpPr>
        <p:spPr>
          <a:xfrm>
            <a:off x="2708225" y="3459325"/>
            <a:ext cx="37275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CREDITS: This presentation template was created by </a:t>
            </a:r>
            <a:r>
              <a:rPr lang="en" sz="1100" b="1">
                <a:solidFill>
                  <a:schemeClr val="lt1"/>
                </a:solidFill>
                <a:uFill>
                  <a:noFill/>
                </a:uFill>
                <a:latin typeface="Arimo"/>
                <a:ea typeface="Arimo"/>
                <a:cs typeface="Arimo"/>
                <a:sym typeface="Arimo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, including icons by </a:t>
            </a:r>
            <a:r>
              <a:rPr lang="en" sz="1100" b="1">
                <a:solidFill>
                  <a:schemeClr val="lt1"/>
                </a:solidFill>
                <a:uFill>
                  <a:noFill/>
                </a:uFill>
                <a:latin typeface="Arimo"/>
                <a:ea typeface="Arimo"/>
                <a:cs typeface="Arimo"/>
                <a:sym typeface="Arimo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, and infographics &amp; images by </a:t>
            </a:r>
            <a:r>
              <a:rPr lang="en" sz="1100" b="1">
                <a:solidFill>
                  <a:schemeClr val="lt1"/>
                </a:solidFill>
                <a:uFill>
                  <a:noFill/>
                </a:uFill>
                <a:latin typeface="Arimo"/>
                <a:ea typeface="Arimo"/>
                <a:cs typeface="Arimo"/>
                <a:sym typeface="Arimo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100" b="1">
              <a:solidFill>
                <a:schemeClr val="lt1"/>
              </a:solidFill>
              <a:highlight>
                <a:srgbClr val="DFDEFC"/>
              </a:highlight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ackground">
  <p:cSld name="CUSTOM_9"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30"/>
          <p:cNvSpPr/>
          <p:nvPr/>
        </p:nvSpPr>
        <p:spPr>
          <a:xfrm rot="10800000" flipH="1">
            <a:off x="-14100" y="-48900"/>
            <a:ext cx="9174600" cy="1223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88" name="Google Shape;788;p30"/>
          <p:cNvGrpSpPr/>
          <p:nvPr/>
        </p:nvGrpSpPr>
        <p:grpSpPr>
          <a:xfrm rot="10800000" flipH="1">
            <a:off x="-16778" y="75"/>
            <a:ext cx="9144051" cy="587250"/>
            <a:chOff x="124550" y="4556250"/>
            <a:chExt cx="9144051" cy="587250"/>
          </a:xfrm>
        </p:grpSpPr>
        <p:pic>
          <p:nvPicPr>
            <p:cNvPr id="789" name="Google Shape;789;p30"/>
            <p:cNvPicPr preferRelativeResize="0"/>
            <p:nvPr/>
          </p:nvPicPr>
          <p:blipFill rotWithShape="1">
            <a:blip r:embed="rId2">
              <a:alphaModFix amt="33000"/>
            </a:blip>
            <a:srcRect l="3975" t="62490"/>
            <a:stretch/>
          </p:blipFill>
          <p:spPr>
            <a:xfrm>
              <a:off x="124550" y="4556250"/>
              <a:ext cx="3006501" cy="587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0" name="Google Shape;790;p30"/>
            <p:cNvPicPr preferRelativeResize="0"/>
            <p:nvPr/>
          </p:nvPicPr>
          <p:blipFill rotWithShape="1">
            <a:blip r:embed="rId2">
              <a:alphaModFix amt="33000"/>
            </a:blip>
            <a:srcRect t="62490"/>
            <a:stretch/>
          </p:blipFill>
          <p:spPr>
            <a:xfrm>
              <a:off x="3131050" y="4556250"/>
              <a:ext cx="3131049" cy="587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1" name="Google Shape;791;p30"/>
            <p:cNvPicPr preferRelativeResize="0"/>
            <p:nvPr/>
          </p:nvPicPr>
          <p:blipFill rotWithShape="1">
            <a:blip r:embed="rId2">
              <a:alphaModFix amt="33000"/>
            </a:blip>
            <a:srcRect t="62490" r="3975"/>
            <a:stretch/>
          </p:blipFill>
          <p:spPr>
            <a:xfrm>
              <a:off x="6262100" y="4556250"/>
              <a:ext cx="3006501" cy="5872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92" name="Google Shape;792;p30"/>
          <p:cNvGrpSpPr/>
          <p:nvPr/>
        </p:nvGrpSpPr>
        <p:grpSpPr>
          <a:xfrm rot="5400000" flipH="1">
            <a:off x="4272629" y="269504"/>
            <a:ext cx="587275" cy="9160717"/>
            <a:chOff x="-6" y="0"/>
            <a:chExt cx="462239" cy="7210324"/>
          </a:xfrm>
        </p:grpSpPr>
        <p:pic>
          <p:nvPicPr>
            <p:cNvPr id="793" name="Google Shape;793;p30"/>
            <p:cNvPicPr preferRelativeResize="0"/>
            <p:nvPr/>
          </p:nvPicPr>
          <p:blipFill rotWithShape="1">
            <a:blip r:embed="rId3">
              <a:alphaModFix/>
            </a:blip>
            <a:srcRect t="62400"/>
            <a:stretch/>
          </p:blipFill>
          <p:spPr>
            <a:xfrm rot="5400000">
              <a:off x="-1703950" y="1703950"/>
              <a:ext cx="3870124" cy="462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4" name="Google Shape;794;p30"/>
            <p:cNvPicPr preferRelativeResize="0"/>
            <p:nvPr/>
          </p:nvPicPr>
          <p:blipFill rotWithShape="1">
            <a:blip r:embed="rId3">
              <a:alphaModFix/>
            </a:blip>
            <a:srcRect t="62398" r="9181"/>
            <a:stretch/>
          </p:blipFill>
          <p:spPr>
            <a:xfrm rot="5400000">
              <a:off x="-1526255" y="5221836"/>
              <a:ext cx="3514737" cy="46223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95" name="Google Shape;795;p30"/>
          <p:cNvPicPr preferRelativeResize="0"/>
          <p:nvPr/>
        </p:nvPicPr>
        <p:blipFill rotWithShape="1">
          <a:blip r:embed="rId4">
            <a:alphaModFix/>
          </a:blip>
          <a:srcRect r="55209"/>
          <a:stretch/>
        </p:blipFill>
        <p:spPr>
          <a:xfrm flipH="1">
            <a:off x="-14154" y="298838"/>
            <a:ext cx="1398174" cy="30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6" name="Google Shape;796;p30"/>
          <p:cNvPicPr preferRelativeResize="0"/>
          <p:nvPr/>
        </p:nvPicPr>
        <p:blipFill rotWithShape="1">
          <a:blip r:embed="rId5">
            <a:alphaModFix/>
          </a:blip>
          <a:srcRect l="42617"/>
          <a:stretch/>
        </p:blipFill>
        <p:spPr>
          <a:xfrm flipH="1">
            <a:off x="7355349" y="1773050"/>
            <a:ext cx="1791276" cy="3071624"/>
          </a:xfrm>
          <a:prstGeom prst="rect">
            <a:avLst/>
          </a:prstGeom>
          <a:noFill/>
          <a:ln>
            <a:noFill/>
          </a:ln>
        </p:spPr>
      </p:pic>
      <p:sp>
        <p:nvSpPr>
          <p:cNvPr id="797" name="Google Shape;797;p30"/>
          <p:cNvSpPr/>
          <p:nvPr/>
        </p:nvSpPr>
        <p:spPr>
          <a:xfrm rot="5400000" flipH="1">
            <a:off x="7022321" y="778038"/>
            <a:ext cx="803700" cy="804300"/>
          </a:xfrm>
          <a:prstGeom prst="pie">
            <a:avLst>
              <a:gd name="adj1" fmla="val 0"/>
              <a:gd name="adj2" fmla="val 10849085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8" name="Google Shape;798;p30"/>
          <p:cNvSpPr/>
          <p:nvPr/>
        </p:nvSpPr>
        <p:spPr>
          <a:xfrm rot="5400000" flipH="1">
            <a:off x="6623578" y="778038"/>
            <a:ext cx="803700" cy="804300"/>
          </a:xfrm>
          <a:prstGeom prst="pie">
            <a:avLst>
              <a:gd name="adj1" fmla="val 0"/>
              <a:gd name="adj2" fmla="val 10849085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99" name="Google Shape;799;p30"/>
          <p:cNvGrpSpPr/>
          <p:nvPr/>
        </p:nvGrpSpPr>
        <p:grpSpPr>
          <a:xfrm flipH="1">
            <a:off x="1284176" y="4025973"/>
            <a:ext cx="1373048" cy="298520"/>
            <a:chOff x="7035923" y="4025973"/>
            <a:chExt cx="1373048" cy="298520"/>
          </a:xfrm>
        </p:grpSpPr>
        <p:grpSp>
          <p:nvGrpSpPr>
            <p:cNvPr id="800" name="Google Shape;800;p30"/>
            <p:cNvGrpSpPr/>
            <p:nvPr/>
          </p:nvGrpSpPr>
          <p:grpSpPr>
            <a:xfrm>
              <a:off x="7035923" y="4025973"/>
              <a:ext cx="586898" cy="298520"/>
              <a:chOff x="384348" y="1648460"/>
              <a:chExt cx="586898" cy="298520"/>
            </a:xfrm>
          </p:grpSpPr>
          <p:sp>
            <p:nvSpPr>
              <p:cNvPr id="801" name="Google Shape;801;p30"/>
              <p:cNvSpPr/>
              <p:nvPr/>
            </p:nvSpPr>
            <p:spPr>
              <a:xfrm>
                <a:off x="384348" y="1648460"/>
                <a:ext cx="63900" cy="63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Google Shape;802;p30"/>
              <p:cNvSpPr/>
              <p:nvPr/>
            </p:nvSpPr>
            <p:spPr>
              <a:xfrm>
                <a:off x="645847" y="1648460"/>
                <a:ext cx="63900" cy="63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Google Shape;803;p30"/>
              <p:cNvSpPr/>
              <p:nvPr/>
            </p:nvSpPr>
            <p:spPr>
              <a:xfrm>
                <a:off x="907346" y="1648460"/>
                <a:ext cx="63900" cy="63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804;p30"/>
              <p:cNvSpPr/>
              <p:nvPr/>
            </p:nvSpPr>
            <p:spPr>
              <a:xfrm>
                <a:off x="384348" y="1883080"/>
                <a:ext cx="63900" cy="63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Google Shape;805;p30"/>
              <p:cNvSpPr/>
              <p:nvPr/>
            </p:nvSpPr>
            <p:spPr>
              <a:xfrm>
                <a:off x="645847" y="1883080"/>
                <a:ext cx="63900" cy="63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Google Shape;806;p30"/>
              <p:cNvSpPr/>
              <p:nvPr/>
            </p:nvSpPr>
            <p:spPr>
              <a:xfrm>
                <a:off x="907346" y="1883080"/>
                <a:ext cx="63900" cy="63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07" name="Google Shape;807;p30"/>
            <p:cNvGrpSpPr/>
            <p:nvPr/>
          </p:nvGrpSpPr>
          <p:grpSpPr>
            <a:xfrm>
              <a:off x="7822073" y="4025973"/>
              <a:ext cx="586898" cy="298520"/>
              <a:chOff x="384348" y="1648460"/>
              <a:chExt cx="586898" cy="298520"/>
            </a:xfrm>
          </p:grpSpPr>
          <p:sp>
            <p:nvSpPr>
              <p:cNvPr id="808" name="Google Shape;808;p30"/>
              <p:cNvSpPr/>
              <p:nvPr/>
            </p:nvSpPr>
            <p:spPr>
              <a:xfrm>
                <a:off x="384348" y="1648460"/>
                <a:ext cx="63900" cy="63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Google Shape;809;p30"/>
              <p:cNvSpPr/>
              <p:nvPr/>
            </p:nvSpPr>
            <p:spPr>
              <a:xfrm>
                <a:off x="645847" y="1648460"/>
                <a:ext cx="63900" cy="63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30"/>
              <p:cNvSpPr/>
              <p:nvPr/>
            </p:nvSpPr>
            <p:spPr>
              <a:xfrm>
                <a:off x="907346" y="1648460"/>
                <a:ext cx="63900" cy="63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Google Shape;811;p30"/>
              <p:cNvSpPr/>
              <p:nvPr/>
            </p:nvSpPr>
            <p:spPr>
              <a:xfrm>
                <a:off x="384348" y="1883080"/>
                <a:ext cx="63900" cy="63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Google Shape;812;p30"/>
              <p:cNvSpPr/>
              <p:nvPr/>
            </p:nvSpPr>
            <p:spPr>
              <a:xfrm>
                <a:off x="645847" y="1883080"/>
                <a:ext cx="63900" cy="63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30"/>
              <p:cNvSpPr/>
              <p:nvPr/>
            </p:nvSpPr>
            <p:spPr>
              <a:xfrm>
                <a:off x="907346" y="1883080"/>
                <a:ext cx="63900" cy="63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ackground 2">
  <p:cSld name="CUSTOM_9_1_1"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31"/>
          <p:cNvSpPr/>
          <p:nvPr/>
        </p:nvSpPr>
        <p:spPr>
          <a:xfrm>
            <a:off x="8199975" y="-10325"/>
            <a:ext cx="969900" cy="517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6" name="Google Shape;816;p31"/>
          <p:cNvGrpSpPr/>
          <p:nvPr/>
        </p:nvGrpSpPr>
        <p:grpSpPr>
          <a:xfrm rot="-5400000">
            <a:off x="6282806" y="2278885"/>
            <a:ext cx="5176073" cy="598115"/>
            <a:chOff x="4113150" y="4556250"/>
            <a:chExt cx="5155451" cy="587251"/>
          </a:xfrm>
        </p:grpSpPr>
        <p:pic>
          <p:nvPicPr>
            <p:cNvPr id="817" name="Google Shape;817;p31"/>
            <p:cNvPicPr preferRelativeResize="0"/>
            <p:nvPr/>
          </p:nvPicPr>
          <p:blipFill rotWithShape="1">
            <a:blip r:embed="rId2">
              <a:alphaModFix amt="33000"/>
            </a:blip>
            <a:srcRect l="31365" t="62490"/>
            <a:stretch/>
          </p:blipFill>
          <p:spPr>
            <a:xfrm>
              <a:off x="4113150" y="4556250"/>
              <a:ext cx="2148951" cy="587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8" name="Google Shape;818;p31"/>
            <p:cNvPicPr preferRelativeResize="0"/>
            <p:nvPr/>
          </p:nvPicPr>
          <p:blipFill rotWithShape="1">
            <a:blip r:embed="rId2">
              <a:alphaModFix amt="33000"/>
            </a:blip>
            <a:srcRect t="62490" r="3975"/>
            <a:stretch/>
          </p:blipFill>
          <p:spPr>
            <a:xfrm>
              <a:off x="6262100" y="4556250"/>
              <a:ext cx="3006501" cy="5872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19" name="Google Shape;819;p31"/>
          <p:cNvSpPr/>
          <p:nvPr/>
        </p:nvSpPr>
        <p:spPr>
          <a:xfrm flipH="1">
            <a:off x="-26000" y="-47525"/>
            <a:ext cx="930000" cy="525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20" name="Google Shape;820;p31"/>
          <p:cNvGrpSpPr/>
          <p:nvPr/>
        </p:nvGrpSpPr>
        <p:grpSpPr>
          <a:xfrm rot="5400000" flipH="1">
            <a:off x="-2352235" y="2278855"/>
            <a:ext cx="5250827" cy="598115"/>
            <a:chOff x="4113150" y="4556250"/>
            <a:chExt cx="5155451" cy="587251"/>
          </a:xfrm>
        </p:grpSpPr>
        <p:pic>
          <p:nvPicPr>
            <p:cNvPr id="821" name="Google Shape;821;p31"/>
            <p:cNvPicPr preferRelativeResize="0"/>
            <p:nvPr/>
          </p:nvPicPr>
          <p:blipFill rotWithShape="1">
            <a:blip r:embed="rId2">
              <a:alphaModFix amt="33000"/>
            </a:blip>
            <a:srcRect l="31365" t="62490"/>
            <a:stretch/>
          </p:blipFill>
          <p:spPr>
            <a:xfrm>
              <a:off x="4113150" y="4556250"/>
              <a:ext cx="2148951" cy="587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2" name="Google Shape;822;p31"/>
            <p:cNvPicPr preferRelativeResize="0"/>
            <p:nvPr/>
          </p:nvPicPr>
          <p:blipFill rotWithShape="1">
            <a:blip r:embed="rId2">
              <a:alphaModFix amt="33000"/>
            </a:blip>
            <a:srcRect t="62490" r="3975"/>
            <a:stretch/>
          </p:blipFill>
          <p:spPr>
            <a:xfrm>
              <a:off x="6262100" y="4556250"/>
              <a:ext cx="3006501" cy="5872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23" name="Google Shape;823;p31"/>
          <p:cNvGrpSpPr/>
          <p:nvPr/>
        </p:nvGrpSpPr>
        <p:grpSpPr>
          <a:xfrm flipH="1">
            <a:off x="7510083" y="4608408"/>
            <a:ext cx="863722" cy="413639"/>
            <a:chOff x="6436250" y="292300"/>
            <a:chExt cx="1013997" cy="485605"/>
          </a:xfrm>
        </p:grpSpPr>
        <p:sp>
          <p:nvSpPr>
            <p:cNvPr id="824" name="Google Shape;824;p31"/>
            <p:cNvSpPr/>
            <p:nvPr/>
          </p:nvSpPr>
          <p:spPr>
            <a:xfrm>
              <a:off x="6436250" y="292300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31"/>
            <p:cNvSpPr/>
            <p:nvPr/>
          </p:nvSpPr>
          <p:spPr>
            <a:xfrm>
              <a:off x="6748749" y="292300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31"/>
            <p:cNvSpPr/>
            <p:nvPr/>
          </p:nvSpPr>
          <p:spPr>
            <a:xfrm>
              <a:off x="7061248" y="292300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31"/>
            <p:cNvSpPr/>
            <p:nvPr/>
          </p:nvSpPr>
          <p:spPr>
            <a:xfrm>
              <a:off x="7373747" y="292300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31"/>
            <p:cNvSpPr/>
            <p:nvPr/>
          </p:nvSpPr>
          <p:spPr>
            <a:xfrm>
              <a:off x="6436250" y="496853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31"/>
            <p:cNvSpPr/>
            <p:nvPr/>
          </p:nvSpPr>
          <p:spPr>
            <a:xfrm>
              <a:off x="6748749" y="496853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31"/>
            <p:cNvSpPr/>
            <p:nvPr/>
          </p:nvSpPr>
          <p:spPr>
            <a:xfrm>
              <a:off x="7061248" y="496853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31"/>
            <p:cNvSpPr/>
            <p:nvPr/>
          </p:nvSpPr>
          <p:spPr>
            <a:xfrm>
              <a:off x="7373747" y="496853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31"/>
            <p:cNvSpPr/>
            <p:nvPr/>
          </p:nvSpPr>
          <p:spPr>
            <a:xfrm>
              <a:off x="6436250" y="701405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31"/>
            <p:cNvSpPr/>
            <p:nvPr/>
          </p:nvSpPr>
          <p:spPr>
            <a:xfrm>
              <a:off x="6748749" y="701405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31"/>
            <p:cNvSpPr/>
            <p:nvPr/>
          </p:nvSpPr>
          <p:spPr>
            <a:xfrm>
              <a:off x="7061248" y="701405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31"/>
            <p:cNvSpPr/>
            <p:nvPr/>
          </p:nvSpPr>
          <p:spPr>
            <a:xfrm>
              <a:off x="7373747" y="701405"/>
              <a:ext cx="76500" cy="76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6" name="Google Shape;836;p31"/>
          <p:cNvGrpSpPr/>
          <p:nvPr/>
        </p:nvGrpSpPr>
        <p:grpSpPr>
          <a:xfrm rot="5400000" flipH="1">
            <a:off x="638161" y="261750"/>
            <a:ext cx="537423" cy="273355"/>
            <a:chOff x="384348" y="1648460"/>
            <a:chExt cx="586898" cy="298520"/>
          </a:xfrm>
        </p:grpSpPr>
        <p:sp>
          <p:nvSpPr>
            <p:cNvPr id="837" name="Google Shape;837;p31"/>
            <p:cNvSpPr/>
            <p:nvPr/>
          </p:nvSpPr>
          <p:spPr>
            <a:xfrm>
              <a:off x="384348" y="1648460"/>
              <a:ext cx="63900" cy="63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31"/>
            <p:cNvSpPr/>
            <p:nvPr/>
          </p:nvSpPr>
          <p:spPr>
            <a:xfrm>
              <a:off x="645847" y="1648460"/>
              <a:ext cx="63900" cy="63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31"/>
            <p:cNvSpPr/>
            <p:nvPr/>
          </p:nvSpPr>
          <p:spPr>
            <a:xfrm>
              <a:off x="907346" y="1648460"/>
              <a:ext cx="63900" cy="63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31"/>
            <p:cNvSpPr/>
            <p:nvPr/>
          </p:nvSpPr>
          <p:spPr>
            <a:xfrm>
              <a:off x="384348" y="1883080"/>
              <a:ext cx="63900" cy="63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31"/>
            <p:cNvSpPr/>
            <p:nvPr/>
          </p:nvSpPr>
          <p:spPr>
            <a:xfrm>
              <a:off x="645847" y="1883080"/>
              <a:ext cx="63900" cy="63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31"/>
            <p:cNvSpPr/>
            <p:nvPr/>
          </p:nvSpPr>
          <p:spPr>
            <a:xfrm>
              <a:off x="907346" y="1883080"/>
              <a:ext cx="63900" cy="63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3" name="Google Shape;843;p31"/>
          <p:cNvSpPr/>
          <p:nvPr/>
        </p:nvSpPr>
        <p:spPr>
          <a:xfrm rot="-5400000" flipH="1">
            <a:off x="7318761" y="129425"/>
            <a:ext cx="1124100" cy="1124700"/>
          </a:xfrm>
          <a:prstGeom prst="pie">
            <a:avLst>
              <a:gd name="adj1" fmla="val 0"/>
              <a:gd name="adj2" fmla="val 10849085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44" name="Google Shape;84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213775" y="3759100"/>
            <a:ext cx="2458673" cy="2458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34975" y="535100"/>
            <a:ext cx="767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nton"/>
              <a:buNone/>
              <a:defRPr sz="3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34975" y="1152475"/>
            <a:ext cx="767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Char char="●"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Char char="○"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Char char="■"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Char char="●"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Char char="○"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Char char="■"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Char char="●"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Char char="○"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Char char="■"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32"/>
          <p:cNvSpPr txBox="1">
            <a:spLocks noGrp="1"/>
          </p:cNvSpPr>
          <p:nvPr>
            <p:ph type="subTitle" idx="1"/>
          </p:nvPr>
        </p:nvSpPr>
        <p:spPr>
          <a:xfrm>
            <a:off x="1398125" y="3225450"/>
            <a:ext cx="6347700" cy="755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– Suraj Senapati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(senapatisuraj13@gmail.com)</a:t>
            </a:r>
            <a:endParaRPr b="1" dirty="0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0" name="Google Shape;850;p32"/>
          <p:cNvSpPr txBox="1">
            <a:spLocks noGrp="1"/>
          </p:cNvSpPr>
          <p:nvPr>
            <p:ph type="ctrTitle"/>
          </p:nvPr>
        </p:nvSpPr>
        <p:spPr>
          <a:xfrm>
            <a:off x="846050" y="1023675"/>
            <a:ext cx="7590900" cy="2055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600" b="1" dirty="0">
                <a:ln w="15875">
                  <a:solidFill>
                    <a:srgbClr val="000000"/>
                  </a:solidFill>
                </a:ln>
                <a:latin typeface="Bernard MT Condensed" panose="02050806060905020404" pitchFamily="18" charset="77"/>
              </a:rPr>
              <a:t>Capstone</a:t>
            </a:r>
            <a:r>
              <a:rPr lang="en" sz="6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Bernard MT Condensed" panose="02050806060905020404" pitchFamily="18" charset="77"/>
              </a:rPr>
              <a:t> </a:t>
            </a:r>
            <a:r>
              <a:rPr lang="en" sz="6600" b="1" dirty="0">
                <a:ln w="15875">
                  <a:solidFill>
                    <a:srgbClr val="000000"/>
                  </a:solidFill>
                </a:ln>
                <a:solidFill>
                  <a:schemeClr val="bg1">
                    <a:lumMod val="60000"/>
                    <a:lumOff val="40000"/>
                  </a:schemeClr>
                </a:solidFill>
                <a:latin typeface="Bernard MT Condensed" panose="02050806060905020404" pitchFamily="18" charset="77"/>
              </a:rPr>
              <a:t>Project</a:t>
            </a:r>
            <a:r>
              <a:rPr lang="en" sz="6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ACADEMY ENGRAVED LET PLAIN:1.0" panose="02000000000000000000" pitchFamily="2" charset="0"/>
              </a:rPr>
              <a:t> </a:t>
            </a:r>
            <a:r>
              <a:rPr lang="en" sz="6600" b="1" dirty="0">
                <a:solidFill>
                  <a:srgbClr val="000000"/>
                </a:solidFill>
                <a:latin typeface="ACADEMY ENGRAVED LET PLAIN:1.0" panose="02000000000000000000" pitchFamily="2" charset="0"/>
              </a:rPr>
              <a:t>  </a:t>
            </a:r>
            <a:r>
              <a:rPr lang="en" sz="4300" b="1" dirty="0">
                <a:solidFill>
                  <a:srgbClr val="000000"/>
                </a:solidFill>
                <a:latin typeface="ACADEMY ENGRAVED LET PLAIN:1.0" panose="02000000000000000000" pitchFamily="2" charset="0"/>
              </a:rPr>
              <a:t>Hotel Booking Analysis - EDA</a:t>
            </a:r>
            <a:endParaRPr sz="4100" b="1" i="1" dirty="0">
              <a:solidFill>
                <a:srgbClr val="000000"/>
              </a:solidFill>
              <a:latin typeface="ACADEMY ENGRAVED LET PLAIN:1.0" panose="020000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33"/>
          <p:cNvSpPr txBox="1">
            <a:spLocks noGrp="1"/>
          </p:cNvSpPr>
          <p:nvPr>
            <p:ph type="title" idx="3"/>
          </p:nvPr>
        </p:nvSpPr>
        <p:spPr>
          <a:xfrm>
            <a:off x="733950" y="457200"/>
            <a:ext cx="6594900" cy="6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b="1" dirty="0">
                <a:latin typeface="Bernard MT Condensed" panose="02050806060905020404" pitchFamily="18" charset="77"/>
              </a:rPr>
              <a:t>Table of </a:t>
            </a:r>
            <a:r>
              <a:rPr lang="en" sz="4400" b="1" dirty="0">
                <a:solidFill>
                  <a:schemeClr val="lt1"/>
                </a:solidFill>
                <a:latin typeface="Bernard MT Condensed" panose="02050806060905020404" pitchFamily="18" charset="77"/>
              </a:rPr>
              <a:t>contents</a:t>
            </a:r>
            <a:endParaRPr sz="4400" b="1" dirty="0">
              <a:solidFill>
                <a:schemeClr val="lt1"/>
              </a:solidFill>
              <a:latin typeface="Bernard MT Condensed" panose="02050806060905020404" pitchFamily="18" charset="77"/>
            </a:endParaRPr>
          </a:p>
        </p:txBody>
      </p:sp>
      <p:sp>
        <p:nvSpPr>
          <p:cNvPr id="867" name="Google Shape;867;p33"/>
          <p:cNvSpPr txBox="1">
            <a:spLocks noGrp="1"/>
          </p:cNvSpPr>
          <p:nvPr>
            <p:ph type="subTitle" idx="1"/>
          </p:nvPr>
        </p:nvSpPr>
        <p:spPr>
          <a:xfrm>
            <a:off x="1481700" y="1421125"/>
            <a:ext cx="2472000" cy="98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 of Data Analysis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8" name="Google Shape;868;p33"/>
          <p:cNvSpPr txBox="1">
            <a:spLocks noGrp="1"/>
          </p:cNvSpPr>
          <p:nvPr>
            <p:ph type="subTitle" idx="2"/>
          </p:nvPr>
        </p:nvSpPr>
        <p:spPr>
          <a:xfrm>
            <a:off x="1481675" y="2236350"/>
            <a:ext cx="2472000" cy="56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Benefits for doing this </a:t>
            </a:r>
            <a:r>
              <a:rPr lang="en" b="1" dirty="0"/>
              <a:t>Hotel Booking Analysis</a:t>
            </a:r>
            <a:r>
              <a:rPr lang="en" dirty="0"/>
              <a:t> Project</a:t>
            </a:r>
            <a:endParaRPr dirty="0"/>
          </a:p>
        </p:txBody>
      </p:sp>
      <p:sp>
        <p:nvSpPr>
          <p:cNvPr id="869" name="Google Shape;869;p33"/>
          <p:cNvSpPr txBox="1">
            <a:spLocks noGrp="1"/>
          </p:cNvSpPr>
          <p:nvPr>
            <p:ph type="title"/>
          </p:nvPr>
        </p:nvSpPr>
        <p:spPr>
          <a:xfrm>
            <a:off x="733950" y="1718950"/>
            <a:ext cx="700200" cy="80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870" name="Google Shape;870;p33"/>
          <p:cNvSpPr txBox="1">
            <a:spLocks noGrp="1"/>
          </p:cNvSpPr>
          <p:nvPr>
            <p:ph type="subTitle" idx="4"/>
          </p:nvPr>
        </p:nvSpPr>
        <p:spPr>
          <a:xfrm>
            <a:off x="4856925" y="1421125"/>
            <a:ext cx="2621560" cy="98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Hotel Booking Data-Introduction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1" name="Google Shape;871;p33"/>
          <p:cNvSpPr txBox="1">
            <a:spLocks noGrp="1"/>
          </p:cNvSpPr>
          <p:nvPr>
            <p:ph type="subTitle" idx="5"/>
          </p:nvPr>
        </p:nvSpPr>
        <p:spPr>
          <a:xfrm>
            <a:off x="4856900" y="2236350"/>
            <a:ext cx="2472000" cy="56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Short introduction of the </a:t>
            </a:r>
            <a:r>
              <a:rPr lang="en" b="1"/>
              <a:t>Dataset</a:t>
            </a:r>
            <a:endParaRPr b="1"/>
          </a:p>
        </p:txBody>
      </p:sp>
      <p:sp>
        <p:nvSpPr>
          <p:cNvPr id="872" name="Google Shape;872;p33"/>
          <p:cNvSpPr txBox="1">
            <a:spLocks noGrp="1"/>
          </p:cNvSpPr>
          <p:nvPr>
            <p:ph type="title" idx="6"/>
          </p:nvPr>
        </p:nvSpPr>
        <p:spPr>
          <a:xfrm>
            <a:off x="4109175" y="1718950"/>
            <a:ext cx="700200" cy="80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873" name="Google Shape;873;p33"/>
          <p:cNvSpPr txBox="1">
            <a:spLocks noGrp="1"/>
          </p:cNvSpPr>
          <p:nvPr>
            <p:ph type="subTitle" idx="7"/>
          </p:nvPr>
        </p:nvSpPr>
        <p:spPr>
          <a:xfrm>
            <a:off x="1481700" y="2996838"/>
            <a:ext cx="2472000" cy="98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Description &amp; Summary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4" name="Google Shape;874;p33"/>
          <p:cNvSpPr txBox="1">
            <a:spLocks noGrp="1"/>
          </p:cNvSpPr>
          <p:nvPr>
            <p:ph type="subTitle" idx="8"/>
          </p:nvPr>
        </p:nvSpPr>
        <p:spPr>
          <a:xfrm>
            <a:off x="1481675" y="3868225"/>
            <a:ext cx="2472000" cy="56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</a:t>
            </a:r>
            <a:r>
              <a:rPr lang="en" b="1"/>
              <a:t>Summary</a:t>
            </a:r>
            <a:r>
              <a:rPr lang="en"/>
              <a:t> &amp; </a:t>
            </a:r>
            <a:r>
              <a:rPr lang="en" b="1"/>
              <a:t>Description</a:t>
            </a:r>
            <a:r>
              <a:rPr lang="en"/>
              <a:t> of all the data</a:t>
            </a:r>
            <a:endParaRPr b="1"/>
          </a:p>
        </p:txBody>
      </p:sp>
      <p:sp>
        <p:nvSpPr>
          <p:cNvPr id="875" name="Google Shape;875;p33"/>
          <p:cNvSpPr txBox="1">
            <a:spLocks noGrp="1"/>
          </p:cNvSpPr>
          <p:nvPr>
            <p:ph type="title" idx="9"/>
          </p:nvPr>
        </p:nvSpPr>
        <p:spPr>
          <a:xfrm>
            <a:off x="733950" y="3350825"/>
            <a:ext cx="700200" cy="80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876" name="Google Shape;876;p33"/>
          <p:cNvSpPr txBox="1">
            <a:spLocks noGrp="1"/>
          </p:cNvSpPr>
          <p:nvPr>
            <p:ph type="subTitle" idx="13"/>
          </p:nvPr>
        </p:nvSpPr>
        <p:spPr>
          <a:xfrm>
            <a:off x="4856924" y="2996838"/>
            <a:ext cx="2621561" cy="98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(Exploratory Data Analysis)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7" name="Google Shape;877;p33"/>
          <p:cNvSpPr txBox="1">
            <a:spLocks noGrp="1"/>
          </p:cNvSpPr>
          <p:nvPr>
            <p:ph type="subTitle" idx="14"/>
          </p:nvPr>
        </p:nvSpPr>
        <p:spPr>
          <a:xfrm>
            <a:off x="4856900" y="3868225"/>
            <a:ext cx="2472000" cy="56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Data Visualization</a:t>
            </a:r>
            <a:r>
              <a:rPr lang="en" dirty="0"/>
              <a:t>, Overall Stats and </a:t>
            </a:r>
            <a:r>
              <a:rPr lang="en" b="1" dirty="0"/>
              <a:t>Conclusion</a:t>
            </a:r>
            <a:endParaRPr dirty="0"/>
          </a:p>
        </p:txBody>
      </p:sp>
      <p:sp>
        <p:nvSpPr>
          <p:cNvPr id="878" name="Google Shape;878;p33"/>
          <p:cNvSpPr txBox="1">
            <a:spLocks noGrp="1"/>
          </p:cNvSpPr>
          <p:nvPr>
            <p:ph type="title" idx="15"/>
          </p:nvPr>
        </p:nvSpPr>
        <p:spPr>
          <a:xfrm>
            <a:off x="4109175" y="3350825"/>
            <a:ext cx="700200" cy="80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34"/>
          <p:cNvSpPr txBox="1">
            <a:spLocks noGrp="1"/>
          </p:cNvSpPr>
          <p:nvPr>
            <p:ph type="title"/>
          </p:nvPr>
        </p:nvSpPr>
        <p:spPr>
          <a:xfrm>
            <a:off x="1353600" y="224425"/>
            <a:ext cx="6844800" cy="74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Bernard MT Condensed" panose="02050806060905020404" pitchFamily="18" charset="77"/>
              </a:rPr>
              <a:t>Agenda of </a:t>
            </a:r>
            <a:r>
              <a:rPr lang="en" dirty="0">
                <a:solidFill>
                  <a:schemeClr val="lt1"/>
                </a:solidFill>
                <a:latin typeface="Bernard MT Condensed" panose="02050806060905020404" pitchFamily="18" charset="77"/>
              </a:rPr>
              <a:t>Data Analysis</a:t>
            </a:r>
            <a:endParaRPr dirty="0">
              <a:solidFill>
                <a:schemeClr val="lt1"/>
              </a:solidFill>
              <a:latin typeface="Bernard MT Condensed" panose="02050806060905020404" pitchFamily="18" charset="77"/>
            </a:endParaRPr>
          </a:p>
        </p:txBody>
      </p:sp>
      <p:sp>
        <p:nvSpPr>
          <p:cNvPr id="884" name="Google Shape;884;p34"/>
          <p:cNvSpPr txBox="1">
            <a:spLocks noGrp="1"/>
          </p:cNvSpPr>
          <p:nvPr>
            <p:ph type="subTitle" idx="1"/>
          </p:nvPr>
        </p:nvSpPr>
        <p:spPr>
          <a:xfrm>
            <a:off x="108857" y="876170"/>
            <a:ext cx="8926286" cy="41748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To discuss the analysis of given hotel bookings data set from 2015-2017.</a:t>
            </a:r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We’ll be doing analysis of given data set in following ways :</a:t>
            </a:r>
          </a:p>
          <a:p>
            <a:pPr algn="l">
              <a:buFont typeface="Wingdings" pitchFamily="2" charset="2"/>
              <a:buChar char="v"/>
            </a:pPr>
            <a:r>
              <a:rPr lang="en-IN" sz="1400" b="1" dirty="0"/>
              <a:t>Univariate Analysis</a:t>
            </a:r>
          </a:p>
          <a:p>
            <a:pPr algn="l">
              <a:buFont typeface="Wingdings" pitchFamily="2" charset="2"/>
              <a:buChar char="v"/>
            </a:pPr>
            <a:r>
              <a:rPr lang="en-IN" sz="1400" b="1" dirty="0"/>
              <a:t>Bivariate Analysis</a:t>
            </a:r>
          </a:p>
          <a:p>
            <a:pPr algn="l">
              <a:buFont typeface="Wingdings" pitchFamily="2" charset="2"/>
              <a:buChar char="v"/>
            </a:pPr>
            <a:r>
              <a:rPr lang="en-IN" sz="1400" b="1" dirty="0"/>
              <a:t>Hotel-wise Analysis</a:t>
            </a:r>
          </a:p>
          <a:p>
            <a:pPr algn="l">
              <a:buFont typeface="Wingdings" pitchFamily="2" charset="2"/>
              <a:buChar char="v"/>
            </a:pPr>
            <a:r>
              <a:rPr lang="en-IN" sz="1400" b="1" dirty="0"/>
              <a:t>Room Type Analysis</a:t>
            </a:r>
          </a:p>
          <a:p>
            <a:pPr algn="l">
              <a:buFont typeface="Wingdings" pitchFamily="2" charset="2"/>
              <a:buChar char="v"/>
            </a:pPr>
            <a:r>
              <a:rPr lang="en-IN" sz="1400" b="1" dirty="0"/>
              <a:t>Distribution Channel-wise Analysis</a:t>
            </a:r>
          </a:p>
          <a:p>
            <a:pPr algn="l">
              <a:buFont typeface="Wingdings" pitchFamily="2" charset="2"/>
              <a:buChar char="v"/>
            </a:pPr>
            <a:r>
              <a:rPr lang="en-IN" sz="1400" b="1" dirty="0"/>
              <a:t>Meal Type Analysis</a:t>
            </a:r>
          </a:p>
          <a:p>
            <a:pPr algn="l">
              <a:buFont typeface="Wingdings" pitchFamily="2" charset="2"/>
              <a:buChar char="v"/>
            </a:pPr>
            <a:r>
              <a:rPr lang="en-IN" sz="1400" b="1" dirty="0"/>
              <a:t>Booking Cancellation Analysis</a:t>
            </a:r>
          </a:p>
          <a:p>
            <a:pPr algn="l">
              <a:buFont typeface="Wingdings" pitchFamily="2" charset="2"/>
              <a:buChar char="v"/>
            </a:pPr>
            <a:r>
              <a:rPr lang="en-IN" sz="1400" b="1" dirty="0"/>
              <a:t>Time-wise Analysis (Monthly, Weekly, Yearly)</a:t>
            </a:r>
          </a:p>
          <a:p>
            <a:pPr algn="l">
              <a:buFont typeface="Wingdings" pitchFamily="2" charset="2"/>
              <a:buChar char="v"/>
            </a:pPr>
            <a:r>
              <a:rPr lang="en-IN" sz="1400" b="1" dirty="0"/>
              <a:t>Customer Type Analysis (Repeat vs. New Guests)</a:t>
            </a:r>
          </a:p>
          <a:p>
            <a:pPr algn="l">
              <a:buFont typeface="Wingdings" pitchFamily="2" charset="2"/>
              <a:buChar char="v"/>
            </a:pPr>
            <a:r>
              <a:rPr lang="en-IN" sz="1400" b="1" dirty="0"/>
              <a:t>Car Parking Demand Analysis</a:t>
            </a:r>
          </a:p>
          <a:p>
            <a:pPr algn="l">
              <a:buFont typeface="Wingdings" pitchFamily="2" charset="2"/>
              <a:buChar char="v"/>
            </a:pPr>
            <a:r>
              <a:rPr lang="en-IN" sz="1400" b="1" dirty="0"/>
              <a:t>Stay Length Analysis</a:t>
            </a:r>
          </a:p>
          <a:p>
            <a:pPr algn="l">
              <a:buFont typeface="Wingdings" pitchFamily="2" charset="2"/>
              <a:buChar char="v"/>
            </a:pPr>
            <a:r>
              <a:rPr lang="en-IN" sz="1400" b="1" dirty="0"/>
              <a:t>ADR Trends Analysis (Seasonality)</a:t>
            </a:r>
          </a:p>
          <a:p>
            <a:pPr algn="l">
              <a:buFont typeface="Wingdings" pitchFamily="2" charset="2"/>
              <a:buChar char="v"/>
            </a:pPr>
            <a:r>
              <a:rPr lang="en-IN" sz="1400" b="1" dirty="0"/>
              <a:t>Correlation Analysis</a:t>
            </a:r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doing this we’ll try to find out key factors driving the hotel bookings trends.</a:t>
            </a:r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150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35"/>
          <p:cNvSpPr txBox="1">
            <a:spLocks noGrp="1"/>
          </p:cNvSpPr>
          <p:nvPr>
            <p:ph type="subTitle" idx="1"/>
          </p:nvPr>
        </p:nvSpPr>
        <p:spPr>
          <a:xfrm>
            <a:off x="1933350" y="609875"/>
            <a:ext cx="5277300" cy="143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1" dirty="0">
                <a:ln w="0">
                  <a:noFill/>
                </a:ln>
                <a:solidFill>
                  <a:schemeClr val="tx1"/>
                </a:solidFill>
                <a:latin typeface="Bernard MT Condensed" panose="02050806060905020404" pitchFamily="18" charset="77"/>
                <a:ea typeface="Anton"/>
                <a:cs typeface="Anton"/>
                <a:sym typeface="Anton"/>
              </a:rPr>
              <a:t>Hotel</a:t>
            </a:r>
            <a:r>
              <a:rPr lang="en" sz="3500" b="1" dirty="0">
                <a:ln w="0">
                  <a:solidFill>
                    <a:srgbClr val="000000"/>
                  </a:solidFill>
                </a:ln>
                <a:solidFill>
                  <a:schemeClr val="tx1"/>
                </a:solidFill>
                <a:latin typeface="Bernard MT Condensed" panose="02050806060905020404" pitchFamily="18" charset="77"/>
                <a:ea typeface="Anton"/>
                <a:cs typeface="Anton"/>
                <a:sym typeface="Anton"/>
              </a:rPr>
              <a:t> </a:t>
            </a:r>
            <a:r>
              <a:rPr lang="en" sz="3500" b="1" dirty="0">
                <a:ln w="0">
                  <a:noFill/>
                </a:ln>
                <a:solidFill>
                  <a:schemeClr val="bg1"/>
                </a:solidFill>
                <a:latin typeface="Bernard MT Condensed" panose="02050806060905020404" pitchFamily="18" charset="77"/>
                <a:ea typeface="Anton"/>
                <a:cs typeface="Anton"/>
                <a:sym typeface="Anton"/>
              </a:rPr>
              <a:t>Booking Data</a:t>
            </a:r>
            <a:r>
              <a:rPr lang="en" sz="3500" dirty="0">
                <a:solidFill>
                  <a:schemeClr val="bg1"/>
                </a:solidFill>
                <a:latin typeface="ACADEMY ENGRAVED LET PLAIN:1.0" panose="02000000000000000000" pitchFamily="2" charset="0"/>
                <a:ea typeface="Anton"/>
                <a:cs typeface="Anton"/>
                <a:sym typeface="Anton"/>
              </a:rPr>
              <a:t> </a:t>
            </a:r>
            <a:r>
              <a:rPr lang="en" sz="3500" dirty="0">
                <a:latin typeface="Bernard MT Condensed" panose="02050806060905020404" pitchFamily="18" charset="77"/>
                <a:ea typeface="Anton"/>
                <a:cs typeface="Anton"/>
                <a:sym typeface="Anton"/>
              </a:rPr>
              <a:t>Introduction</a:t>
            </a:r>
            <a:endParaRPr dirty="0">
              <a:latin typeface="Bernard MT Condensed" panose="02050806060905020404" pitchFamily="18" charset="77"/>
            </a:endParaRPr>
          </a:p>
        </p:txBody>
      </p:sp>
      <p:sp>
        <p:nvSpPr>
          <p:cNvPr id="896" name="Google Shape;896;p35"/>
          <p:cNvSpPr txBox="1"/>
          <p:nvPr/>
        </p:nvSpPr>
        <p:spPr>
          <a:xfrm>
            <a:off x="0" y="2191875"/>
            <a:ext cx="8980714" cy="2042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This Dataset contains data that compares various booking information between two hotels, City Hotel and Resort Hotel. So, here I will be using the data to analyze the factors affecting the hotel bookings. These factors can be used for reporting trends and predict the future bookings.</a:t>
            </a:r>
            <a:endParaRPr sz="1500" b="1" dirty="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This Dataset contains the booking data </a:t>
            </a:r>
            <a:endParaRPr sz="1500" b="1" dirty="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of hotels from year 2015-2017.</a:t>
            </a:r>
            <a:endParaRPr dirty="0"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36"/>
          <p:cNvSpPr txBox="1">
            <a:spLocks noGrp="1"/>
          </p:cNvSpPr>
          <p:nvPr>
            <p:ph type="title"/>
          </p:nvPr>
        </p:nvSpPr>
        <p:spPr>
          <a:xfrm>
            <a:off x="856050" y="457200"/>
            <a:ext cx="7431000" cy="5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</a:t>
            </a:r>
            <a:r>
              <a:rPr lang="en">
                <a:solidFill>
                  <a:schemeClr val="lt1"/>
                </a:solidFill>
              </a:rPr>
              <a:t>Description</a:t>
            </a:r>
            <a:endParaRPr>
              <a:solidFill>
                <a:schemeClr val="lt1"/>
              </a:solidFill>
            </a:endParaRPr>
          </a:p>
        </p:txBody>
      </p:sp>
      <p:graphicFrame>
        <p:nvGraphicFramePr>
          <p:cNvPr id="902" name="Google Shape;902;p36"/>
          <p:cNvGraphicFramePr/>
          <p:nvPr/>
        </p:nvGraphicFramePr>
        <p:xfrm>
          <a:off x="798750" y="1466186"/>
          <a:ext cx="7545575" cy="2913378"/>
        </p:xfrm>
        <a:graphic>
          <a:graphicData uri="http://schemas.openxmlformats.org/drawingml/2006/table">
            <a:tbl>
              <a:tblPr>
                <a:noFill/>
                <a:tableStyleId>{BC9BF7BA-3923-4384-9BA0-53E952FD6A72}</a:tableStyleId>
              </a:tblPr>
              <a:tblGrid>
                <a:gridCol w="228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61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36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hotel</a:t>
                      </a:r>
                      <a:endParaRPr sz="1100">
                        <a:solidFill>
                          <a:schemeClr val="dk1"/>
                        </a:solidFill>
                        <a:latin typeface="Anton"/>
                        <a:ea typeface="Anton"/>
                        <a:cs typeface="Anton"/>
                        <a:sym typeface="Anto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There are two types of hotels, one is City Hotel and another is Resort Hotel</a:t>
                      </a:r>
                      <a:endParaRPr sz="1000">
                        <a:solidFill>
                          <a:schemeClr val="lt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6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is_canceled</a:t>
                      </a:r>
                      <a:endParaRPr sz="1100">
                        <a:solidFill>
                          <a:schemeClr val="dk1"/>
                        </a:solidFill>
                        <a:latin typeface="Anton"/>
                        <a:ea typeface="Anton"/>
                        <a:cs typeface="Anton"/>
                        <a:sym typeface="Anto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Here 0 and 1 value indicates booking was cancelled (1) or not (0)</a:t>
                      </a:r>
                      <a:endParaRPr sz="1000">
                        <a:solidFill>
                          <a:schemeClr val="lt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6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lead_time</a:t>
                      </a:r>
                      <a:endParaRPr sz="1100">
                        <a:solidFill>
                          <a:schemeClr val="dk1"/>
                        </a:solidFill>
                        <a:latin typeface="Anton"/>
                        <a:ea typeface="Anton"/>
                        <a:cs typeface="Anton"/>
                        <a:sym typeface="Anto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Time-lapse between reservation and actual arrival date</a:t>
                      </a:r>
                      <a:endParaRPr sz="1000">
                        <a:solidFill>
                          <a:schemeClr val="lt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6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arrival_date_year</a:t>
                      </a:r>
                      <a:endParaRPr sz="1100">
                        <a:solidFill>
                          <a:schemeClr val="dk1"/>
                        </a:solidFill>
                        <a:latin typeface="Anton"/>
                        <a:ea typeface="Anton"/>
                        <a:cs typeface="Anton"/>
                        <a:sym typeface="Anto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Year of arrival date</a:t>
                      </a:r>
                      <a:endParaRPr sz="1000">
                        <a:solidFill>
                          <a:schemeClr val="lt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arrival_date_month</a:t>
                      </a:r>
                      <a:endParaRPr sz="1100">
                        <a:solidFill>
                          <a:schemeClr val="dk1"/>
                        </a:solidFill>
                        <a:latin typeface="Anton"/>
                        <a:ea typeface="Anton"/>
                        <a:cs typeface="Anton"/>
                        <a:sym typeface="Anto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Month of arrival date</a:t>
                      </a:r>
                      <a:endParaRPr sz="1000">
                        <a:solidFill>
                          <a:schemeClr val="lt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36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arrival_date_week_number</a:t>
                      </a:r>
                      <a:endParaRPr sz="1100">
                        <a:solidFill>
                          <a:schemeClr val="dk1"/>
                        </a:solidFill>
                        <a:latin typeface="Anton"/>
                        <a:ea typeface="Anton"/>
                        <a:cs typeface="Anton"/>
                        <a:sym typeface="Anto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Week number of arrival date</a:t>
                      </a:r>
                      <a:endParaRPr sz="1000" b="1">
                        <a:solidFill>
                          <a:schemeClr val="lt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36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arrival_date_day_of_month</a:t>
                      </a:r>
                      <a:endParaRPr sz="1000">
                        <a:solidFill>
                          <a:schemeClr val="dk1"/>
                        </a:solidFill>
                        <a:latin typeface="Anton"/>
                        <a:ea typeface="Anton"/>
                        <a:cs typeface="Anton"/>
                        <a:sym typeface="Anto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Day of arrival date</a:t>
                      </a:r>
                      <a:endParaRPr sz="1000">
                        <a:solidFill>
                          <a:schemeClr val="lt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36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stays_in_weekend_nights</a:t>
                      </a:r>
                      <a:endParaRPr sz="1000">
                        <a:solidFill>
                          <a:schemeClr val="dk1"/>
                        </a:solidFill>
                        <a:latin typeface="Anton"/>
                        <a:ea typeface="Anton"/>
                        <a:cs typeface="Anton"/>
                        <a:sym typeface="Anto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Number of weekend nights (Saturday or Sunday) spent at the hotel by the guests</a:t>
                      </a:r>
                      <a:endParaRPr sz="1000">
                        <a:solidFill>
                          <a:schemeClr val="lt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37"/>
          <p:cNvSpPr txBox="1">
            <a:spLocks noGrp="1"/>
          </p:cNvSpPr>
          <p:nvPr>
            <p:ph type="title"/>
          </p:nvPr>
        </p:nvSpPr>
        <p:spPr>
          <a:xfrm>
            <a:off x="856050" y="457200"/>
            <a:ext cx="7431000" cy="5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</a:t>
            </a:r>
            <a:r>
              <a:rPr lang="en">
                <a:solidFill>
                  <a:schemeClr val="lt1"/>
                </a:solidFill>
              </a:rPr>
              <a:t>Description</a:t>
            </a:r>
            <a:endParaRPr>
              <a:solidFill>
                <a:schemeClr val="lt1"/>
              </a:solidFill>
            </a:endParaRPr>
          </a:p>
        </p:txBody>
      </p:sp>
      <p:graphicFrame>
        <p:nvGraphicFramePr>
          <p:cNvPr id="908" name="Google Shape;908;p37"/>
          <p:cNvGraphicFramePr/>
          <p:nvPr/>
        </p:nvGraphicFramePr>
        <p:xfrm>
          <a:off x="798750" y="1466186"/>
          <a:ext cx="7545575" cy="2913378"/>
        </p:xfrm>
        <a:graphic>
          <a:graphicData uri="http://schemas.openxmlformats.org/drawingml/2006/table">
            <a:tbl>
              <a:tblPr>
                <a:noFill/>
                <a:tableStyleId>{BC9BF7BA-3923-4384-9BA0-53E952FD6A72}</a:tableStyleId>
              </a:tblPr>
              <a:tblGrid>
                <a:gridCol w="228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61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36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stays_in_week_nights</a:t>
                      </a:r>
                      <a:endParaRPr sz="1100">
                        <a:solidFill>
                          <a:schemeClr val="dk1"/>
                        </a:solidFill>
                        <a:latin typeface="Anton"/>
                        <a:ea typeface="Anton"/>
                        <a:cs typeface="Anton"/>
                        <a:sym typeface="Anto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Number of weeknights (Monday to Friday) spent at the hotel by the guests</a:t>
                      </a:r>
                      <a:endParaRPr sz="1000">
                        <a:solidFill>
                          <a:schemeClr val="lt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6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adults</a:t>
                      </a:r>
                      <a:endParaRPr sz="1100">
                        <a:solidFill>
                          <a:schemeClr val="dk1"/>
                        </a:solidFill>
                        <a:latin typeface="Anton"/>
                        <a:ea typeface="Anton"/>
                        <a:cs typeface="Anton"/>
                        <a:sym typeface="Anto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Number of adults among guests</a:t>
                      </a:r>
                      <a:endParaRPr sz="1000">
                        <a:solidFill>
                          <a:schemeClr val="lt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6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children</a:t>
                      </a:r>
                      <a:endParaRPr sz="1100">
                        <a:solidFill>
                          <a:schemeClr val="dk1"/>
                        </a:solidFill>
                        <a:latin typeface="Anton"/>
                        <a:ea typeface="Anton"/>
                        <a:cs typeface="Anton"/>
                        <a:sym typeface="Anto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Number of children among guests</a:t>
                      </a:r>
                      <a:endParaRPr sz="1000">
                        <a:solidFill>
                          <a:schemeClr val="lt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6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babies</a:t>
                      </a:r>
                      <a:endParaRPr sz="1100">
                        <a:solidFill>
                          <a:schemeClr val="dk1"/>
                        </a:solidFill>
                        <a:latin typeface="Anton"/>
                        <a:ea typeface="Anton"/>
                        <a:cs typeface="Anton"/>
                        <a:sym typeface="Anto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Number of babies among guests</a:t>
                      </a:r>
                      <a:endParaRPr sz="1000">
                        <a:solidFill>
                          <a:schemeClr val="lt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meal</a:t>
                      </a:r>
                      <a:endParaRPr sz="1100">
                        <a:solidFill>
                          <a:schemeClr val="dk1"/>
                        </a:solidFill>
                        <a:latin typeface="Anton"/>
                        <a:ea typeface="Anton"/>
                        <a:cs typeface="Anton"/>
                        <a:sym typeface="Anto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Type of meal booked</a:t>
                      </a:r>
                      <a:endParaRPr sz="1000">
                        <a:solidFill>
                          <a:schemeClr val="lt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36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country</a:t>
                      </a:r>
                      <a:endParaRPr sz="1100">
                        <a:solidFill>
                          <a:schemeClr val="dk1"/>
                        </a:solidFill>
                        <a:latin typeface="Anton"/>
                        <a:ea typeface="Anton"/>
                        <a:cs typeface="Anton"/>
                        <a:sym typeface="Anto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Country of guests</a:t>
                      </a:r>
                      <a:endParaRPr sz="1000" b="1">
                        <a:solidFill>
                          <a:schemeClr val="lt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36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market_segment</a:t>
                      </a:r>
                      <a:endParaRPr sz="1000">
                        <a:solidFill>
                          <a:schemeClr val="dk1"/>
                        </a:solidFill>
                        <a:latin typeface="Anton"/>
                        <a:ea typeface="Anton"/>
                        <a:cs typeface="Anton"/>
                        <a:sym typeface="Anto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Designation of market segment</a:t>
                      </a:r>
                      <a:endParaRPr sz="1000">
                        <a:solidFill>
                          <a:schemeClr val="lt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36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distribution_channel</a:t>
                      </a:r>
                      <a:endParaRPr sz="1100">
                        <a:solidFill>
                          <a:schemeClr val="dk1"/>
                        </a:solidFill>
                        <a:latin typeface="Anton"/>
                        <a:ea typeface="Anton"/>
                        <a:cs typeface="Anton"/>
                        <a:sym typeface="Anto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Name of booking distribution channel</a:t>
                      </a:r>
                      <a:endParaRPr sz="1000">
                        <a:solidFill>
                          <a:schemeClr val="lt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38"/>
          <p:cNvSpPr txBox="1">
            <a:spLocks noGrp="1"/>
          </p:cNvSpPr>
          <p:nvPr>
            <p:ph type="title"/>
          </p:nvPr>
        </p:nvSpPr>
        <p:spPr>
          <a:xfrm>
            <a:off x="856050" y="457200"/>
            <a:ext cx="7431000" cy="5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Bernard MT Condensed" panose="02050806060905020404" pitchFamily="18" charset="77"/>
              </a:rPr>
              <a:t>Data </a:t>
            </a:r>
            <a:r>
              <a:rPr lang="en" dirty="0">
                <a:solidFill>
                  <a:schemeClr val="lt1"/>
                </a:solidFill>
                <a:latin typeface="Bernard MT Condensed" panose="02050806060905020404" pitchFamily="18" charset="77"/>
              </a:rPr>
              <a:t>Description</a:t>
            </a:r>
            <a:endParaRPr dirty="0">
              <a:solidFill>
                <a:schemeClr val="lt1"/>
              </a:solidFill>
              <a:latin typeface="Bernard MT Condensed" panose="02050806060905020404" pitchFamily="18" charset="77"/>
            </a:endParaRPr>
          </a:p>
        </p:txBody>
      </p:sp>
      <p:graphicFrame>
        <p:nvGraphicFramePr>
          <p:cNvPr id="914" name="Google Shape;914;p38"/>
          <p:cNvGraphicFramePr/>
          <p:nvPr/>
        </p:nvGraphicFramePr>
        <p:xfrm>
          <a:off x="798750" y="1466186"/>
          <a:ext cx="7545575" cy="2913378"/>
        </p:xfrm>
        <a:graphic>
          <a:graphicData uri="http://schemas.openxmlformats.org/drawingml/2006/table">
            <a:tbl>
              <a:tblPr>
                <a:noFill/>
                <a:tableStyleId>{BC9BF7BA-3923-4384-9BA0-53E952FD6A72}</a:tableStyleId>
              </a:tblPr>
              <a:tblGrid>
                <a:gridCol w="228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61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36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is_repeated_guest</a:t>
                      </a:r>
                      <a:endParaRPr sz="1100">
                        <a:solidFill>
                          <a:schemeClr val="dk1"/>
                        </a:solidFill>
                        <a:latin typeface="Anton"/>
                        <a:ea typeface="Anton"/>
                        <a:cs typeface="Anton"/>
                        <a:sym typeface="Anto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If the booking was from a repeated guest (1) or not (0)</a:t>
                      </a:r>
                      <a:endParaRPr sz="1000">
                        <a:solidFill>
                          <a:schemeClr val="lt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6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previous_cancellations </a:t>
                      </a:r>
                      <a:endParaRPr sz="1000">
                        <a:solidFill>
                          <a:schemeClr val="dk1"/>
                        </a:solidFill>
                        <a:latin typeface="Anton"/>
                        <a:ea typeface="Anton"/>
                        <a:cs typeface="Anton"/>
                        <a:sym typeface="Anto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Number of previous bookings that were cancelled by the customer prior to the current booking</a:t>
                      </a:r>
                      <a:endParaRPr sz="900">
                        <a:solidFill>
                          <a:schemeClr val="lt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6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previous_bookings_not_canceled</a:t>
                      </a:r>
                      <a:endParaRPr sz="1100">
                        <a:solidFill>
                          <a:schemeClr val="dk1"/>
                        </a:solidFill>
                        <a:latin typeface="Anton"/>
                        <a:ea typeface="Anton"/>
                        <a:cs typeface="Anton"/>
                        <a:sym typeface="Anto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Number of previous bookings not cancelled by the customer prior to the current booking</a:t>
                      </a:r>
                      <a:endParaRPr sz="1000">
                        <a:solidFill>
                          <a:schemeClr val="lt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6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reserved_room_type</a:t>
                      </a:r>
                      <a:endParaRPr sz="1100">
                        <a:solidFill>
                          <a:schemeClr val="dk1"/>
                        </a:solidFill>
                        <a:latin typeface="Anton"/>
                        <a:ea typeface="Anton"/>
                        <a:cs typeface="Anton"/>
                        <a:sym typeface="Anto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Code of room type reserved</a:t>
                      </a:r>
                      <a:endParaRPr sz="1000">
                        <a:solidFill>
                          <a:schemeClr val="lt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6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assigned_room_type</a:t>
                      </a:r>
                      <a:endParaRPr sz="1100">
                        <a:solidFill>
                          <a:schemeClr val="dk1"/>
                        </a:solidFill>
                        <a:latin typeface="Anton"/>
                        <a:ea typeface="Anton"/>
                        <a:cs typeface="Anton"/>
                        <a:sym typeface="Anto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Code of room type assigned</a:t>
                      </a:r>
                      <a:endParaRPr sz="1000">
                        <a:solidFill>
                          <a:schemeClr val="lt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4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booking_changes</a:t>
                      </a:r>
                      <a:endParaRPr sz="1100">
                        <a:solidFill>
                          <a:schemeClr val="dk1"/>
                        </a:solidFill>
                        <a:latin typeface="Anton"/>
                        <a:ea typeface="Anton"/>
                        <a:cs typeface="Anton"/>
                        <a:sym typeface="Anto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Number of changes/ amendments made to the booking</a:t>
                      </a:r>
                      <a:endParaRPr sz="1000">
                        <a:solidFill>
                          <a:schemeClr val="lt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36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deposit_type</a:t>
                      </a:r>
                      <a:endParaRPr sz="1100">
                        <a:solidFill>
                          <a:schemeClr val="dk1"/>
                        </a:solidFill>
                        <a:latin typeface="Anton"/>
                        <a:ea typeface="Anton"/>
                        <a:cs typeface="Anton"/>
                        <a:sym typeface="Anto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Type of the deposit made by the guest</a:t>
                      </a:r>
                      <a:endParaRPr sz="1000" b="1">
                        <a:solidFill>
                          <a:schemeClr val="lt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36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agent</a:t>
                      </a:r>
                      <a:endParaRPr sz="1000">
                        <a:solidFill>
                          <a:schemeClr val="dk1"/>
                        </a:solidFill>
                        <a:latin typeface="Anton"/>
                        <a:ea typeface="Anton"/>
                        <a:cs typeface="Anton"/>
                        <a:sym typeface="Anto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lt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ID of travel agent who made the booking</a:t>
                      </a:r>
                      <a:endParaRPr sz="1000" dirty="0">
                        <a:solidFill>
                          <a:schemeClr val="lt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39"/>
          <p:cNvSpPr txBox="1">
            <a:spLocks noGrp="1"/>
          </p:cNvSpPr>
          <p:nvPr>
            <p:ph type="title"/>
          </p:nvPr>
        </p:nvSpPr>
        <p:spPr>
          <a:xfrm>
            <a:off x="856050" y="457200"/>
            <a:ext cx="7431000" cy="5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Bernard MT Condensed" panose="02050806060905020404" pitchFamily="18" charset="77"/>
              </a:rPr>
              <a:t>Data </a:t>
            </a:r>
            <a:r>
              <a:rPr lang="en" dirty="0">
                <a:solidFill>
                  <a:schemeClr val="lt1"/>
                </a:solidFill>
                <a:latin typeface="Bernard MT Condensed" panose="02050806060905020404" pitchFamily="18" charset="77"/>
              </a:rPr>
              <a:t>Description</a:t>
            </a:r>
            <a:endParaRPr dirty="0">
              <a:solidFill>
                <a:schemeClr val="lt1"/>
              </a:solidFill>
              <a:latin typeface="Bernard MT Condensed" panose="02050806060905020404" pitchFamily="18" charset="77"/>
            </a:endParaRPr>
          </a:p>
        </p:txBody>
      </p:sp>
      <p:graphicFrame>
        <p:nvGraphicFramePr>
          <p:cNvPr id="920" name="Google Shape;920;p39"/>
          <p:cNvGraphicFramePr/>
          <p:nvPr/>
        </p:nvGraphicFramePr>
        <p:xfrm>
          <a:off x="798750" y="1466186"/>
          <a:ext cx="7545575" cy="3067747"/>
        </p:xfrm>
        <a:graphic>
          <a:graphicData uri="http://schemas.openxmlformats.org/drawingml/2006/table">
            <a:tbl>
              <a:tblPr>
                <a:noFill/>
                <a:tableStyleId>{BC9BF7BA-3923-4384-9BA0-53E952FD6A72}</a:tableStyleId>
              </a:tblPr>
              <a:tblGrid>
                <a:gridCol w="228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61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36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company</a:t>
                      </a:r>
                      <a:endParaRPr sz="1100">
                        <a:solidFill>
                          <a:schemeClr val="dk1"/>
                        </a:solidFill>
                        <a:latin typeface="Anton"/>
                        <a:ea typeface="Anton"/>
                        <a:cs typeface="Anton"/>
                        <a:sym typeface="Anto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ID of the company that made the booking</a:t>
                      </a:r>
                      <a:endParaRPr sz="1000">
                        <a:solidFill>
                          <a:schemeClr val="lt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6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days_in_waiting_list</a:t>
                      </a:r>
                      <a:endParaRPr sz="1100">
                        <a:solidFill>
                          <a:schemeClr val="dk1"/>
                        </a:solidFill>
                        <a:latin typeface="Anton"/>
                        <a:ea typeface="Anton"/>
                        <a:cs typeface="Anton"/>
                        <a:sym typeface="Anto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Number of days the booking was in the waiting list</a:t>
                      </a:r>
                      <a:endParaRPr sz="1000">
                        <a:solidFill>
                          <a:schemeClr val="lt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6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customer_type</a:t>
                      </a:r>
                      <a:endParaRPr sz="1100">
                        <a:solidFill>
                          <a:schemeClr val="dk1"/>
                        </a:solidFill>
                        <a:latin typeface="Anton"/>
                        <a:ea typeface="Anton"/>
                        <a:cs typeface="Anton"/>
                        <a:sym typeface="Anto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Type of customer, assuming one of four categories</a:t>
                      </a:r>
                      <a:endParaRPr sz="1000">
                        <a:solidFill>
                          <a:schemeClr val="lt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6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adr</a:t>
                      </a:r>
                      <a:endParaRPr sz="1100">
                        <a:solidFill>
                          <a:schemeClr val="dk1"/>
                        </a:solidFill>
                        <a:latin typeface="Anton"/>
                        <a:ea typeface="Anton"/>
                        <a:cs typeface="Anton"/>
                        <a:sym typeface="Anto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Average Daily Rate, as defined by dividing the sum of all lodging transactions by the total number of staying nights</a:t>
                      </a:r>
                      <a:endParaRPr sz="1000">
                        <a:solidFill>
                          <a:schemeClr val="lt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required_car_parking_spaces</a:t>
                      </a:r>
                      <a:endParaRPr sz="1100">
                        <a:solidFill>
                          <a:schemeClr val="dk1"/>
                        </a:solidFill>
                        <a:latin typeface="Anton"/>
                        <a:ea typeface="Anton"/>
                        <a:cs typeface="Anton"/>
                        <a:sym typeface="Anto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Number of car parking spaces required by the customer</a:t>
                      </a:r>
                      <a:endParaRPr sz="1000">
                        <a:solidFill>
                          <a:schemeClr val="lt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36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total_of_special_requests</a:t>
                      </a:r>
                      <a:endParaRPr sz="1100">
                        <a:solidFill>
                          <a:schemeClr val="dk1"/>
                        </a:solidFill>
                        <a:latin typeface="Anton"/>
                        <a:ea typeface="Anton"/>
                        <a:cs typeface="Anton"/>
                        <a:sym typeface="Anto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Number of special requests made by the customer</a:t>
                      </a:r>
                      <a:endParaRPr sz="1000" b="1">
                        <a:solidFill>
                          <a:schemeClr val="lt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36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reservation_status</a:t>
                      </a:r>
                      <a:endParaRPr sz="1100">
                        <a:solidFill>
                          <a:schemeClr val="dk1"/>
                        </a:solidFill>
                        <a:latin typeface="Anton"/>
                        <a:ea typeface="Anton"/>
                        <a:cs typeface="Anton"/>
                        <a:sym typeface="Anto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Reservation status (Canceled, Check-Out or No-Show)</a:t>
                      </a:r>
                      <a:endParaRPr sz="1000">
                        <a:solidFill>
                          <a:schemeClr val="lt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36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reservation_status_date</a:t>
                      </a:r>
                      <a:endParaRPr sz="1100">
                        <a:solidFill>
                          <a:schemeClr val="dk1"/>
                        </a:solidFill>
                        <a:latin typeface="Anton"/>
                        <a:ea typeface="Anton"/>
                        <a:cs typeface="Anton"/>
                        <a:sym typeface="Anto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Date at which the last reservation status was updated</a:t>
                      </a:r>
                      <a:endParaRPr sz="1000">
                        <a:solidFill>
                          <a:schemeClr val="lt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40"/>
          <p:cNvSpPr txBox="1">
            <a:spLocks noGrp="1"/>
          </p:cNvSpPr>
          <p:nvPr>
            <p:ph type="title"/>
          </p:nvPr>
        </p:nvSpPr>
        <p:spPr>
          <a:xfrm>
            <a:off x="720000" y="457200"/>
            <a:ext cx="6898800" cy="75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Bernard MT Condensed" panose="02050806060905020404" pitchFamily="18" charset="77"/>
              </a:rPr>
              <a:t>Data </a:t>
            </a:r>
            <a:r>
              <a:rPr lang="en" dirty="0">
                <a:solidFill>
                  <a:schemeClr val="lt1"/>
                </a:solidFill>
                <a:latin typeface="Bernard MT Condensed" panose="02050806060905020404" pitchFamily="18" charset="77"/>
              </a:rPr>
              <a:t>Summary</a:t>
            </a:r>
            <a:endParaRPr dirty="0">
              <a:solidFill>
                <a:schemeClr val="lt1"/>
              </a:solidFill>
              <a:latin typeface="Bernard MT Condensed" panose="02050806060905020404" pitchFamily="18" charset="77"/>
            </a:endParaRPr>
          </a:p>
        </p:txBody>
      </p:sp>
      <p:sp>
        <p:nvSpPr>
          <p:cNvPr id="926" name="Google Shape;926;p40"/>
          <p:cNvSpPr txBox="1">
            <a:spLocks noGrp="1"/>
          </p:cNvSpPr>
          <p:nvPr>
            <p:ph type="subTitle" idx="2"/>
          </p:nvPr>
        </p:nvSpPr>
        <p:spPr>
          <a:xfrm>
            <a:off x="720000" y="1184675"/>
            <a:ext cx="7340100" cy="36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highlight>
                  <a:srgbClr val="FFFFFF"/>
                </a:highlight>
              </a:rPr>
              <a:t>This </a:t>
            </a:r>
            <a:r>
              <a:rPr lang="en" b="1">
                <a:highlight>
                  <a:srgbClr val="FFFFFF"/>
                </a:highlight>
              </a:rPr>
              <a:t>data set</a:t>
            </a:r>
            <a:r>
              <a:rPr lang="en">
                <a:highlight>
                  <a:srgbClr val="FFFFFF"/>
                </a:highlight>
              </a:rPr>
              <a:t> contains a single file which compares various </a:t>
            </a:r>
            <a:r>
              <a:rPr lang="en" b="1">
                <a:highlight>
                  <a:srgbClr val="FFFFFF"/>
                </a:highlight>
              </a:rPr>
              <a:t>booking information</a:t>
            </a:r>
            <a:r>
              <a:rPr lang="en">
                <a:highlight>
                  <a:srgbClr val="FFFFFF"/>
                </a:highlight>
              </a:rPr>
              <a:t> between </a:t>
            </a:r>
            <a:r>
              <a:rPr lang="en" b="1">
                <a:highlight>
                  <a:srgbClr val="FFFFFF"/>
                </a:highlight>
              </a:rPr>
              <a:t>two hotels</a:t>
            </a:r>
            <a:r>
              <a:rPr lang="en">
                <a:highlight>
                  <a:srgbClr val="FFFFFF"/>
                </a:highlight>
              </a:rPr>
              <a:t>: </a:t>
            </a:r>
            <a:r>
              <a:rPr lang="en" b="1">
                <a:highlight>
                  <a:srgbClr val="FFFFFF"/>
                </a:highlight>
              </a:rPr>
              <a:t>City Hotel</a:t>
            </a:r>
            <a:r>
              <a:rPr lang="en">
                <a:highlight>
                  <a:srgbClr val="FFFFFF"/>
                </a:highlight>
              </a:rPr>
              <a:t> and </a:t>
            </a:r>
            <a:r>
              <a:rPr lang="en" b="1">
                <a:highlight>
                  <a:srgbClr val="FFFFFF"/>
                </a:highlight>
              </a:rPr>
              <a:t>Resort Hotel</a:t>
            </a:r>
            <a:r>
              <a:rPr lang="en">
                <a:highlight>
                  <a:srgbClr val="FFFFFF"/>
                </a:highlight>
              </a:rPr>
              <a:t>. Includes information such as when the booking was made, </a:t>
            </a:r>
            <a:r>
              <a:rPr lang="en" b="1">
                <a:highlight>
                  <a:srgbClr val="FFFFFF"/>
                </a:highlight>
              </a:rPr>
              <a:t>length of stay</a:t>
            </a:r>
            <a:r>
              <a:rPr lang="en">
                <a:highlight>
                  <a:srgbClr val="FFFFFF"/>
                </a:highlight>
              </a:rPr>
              <a:t>, the number of </a:t>
            </a:r>
            <a:r>
              <a:rPr lang="en" b="1">
                <a:highlight>
                  <a:srgbClr val="FFFFFF"/>
                </a:highlight>
              </a:rPr>
              <a:t>adults</a:t>
            </a:r>
            <a:r>
              <a:rPr lang="en">
                <a:highlight>
                  <a:srgbClr val="FFFFFF"/>
                </a:highlight>
              </a:rPr>
              <a:t>, </a:t>
            </a:r>
            <a:r>
              <a:rPr lang="en" b="1">
                <a:highlight>
                  <a:srgbClr val="FFFFFF"/>
                </a:highlight>
              </a:rPr>
              <a:t>children</a:t>
            </a:r>
            <a:r>
              <a:rPr lang="en">
                <a:highlight>
                  <a:srgbClr val="FFFFFF"/>
                </a:highlight>
              </a:rPr>
              <a:t>, and/or </a:t>
            </a:r>
            <a:r>
              <a:rPr lang="en" b="1">
                <a:highlight>
                  <a:srgbClr val="FFFFFF"/>
                </a:highlight>
              </a:rPr>
              <a:t>babies</a:t>
            </a:r>
            <a:r>
              <a:rPr lang="en">
                <a:highlight>
                  <a:srgbClr val="FFFFFF"/>
                </a:highlight>
              </a:rPr>
              <a:t>, and the number of available </a:t>
            </a:r>
            <a:r>
              <a:rPr lang="en" b="1">
                <a:highlight>
                  <a:srgbClr val="FFFFFF"/>
                </a:highlight>
              </a:rPr>
              <a:t>parking spaces</a:t>
            </a:r>
            <a:r>
              <a:rPr lang="en">
                <a:highlight>
                  <a:srgbClr val="FFFFFF"/>
                </a:highlight>
              </a:rPr>
              <a:t>, among other things.</a:t>
            </a:r>
            <a:endParaRPr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highlight>
                  <a:srgbClr val="FFFFFF"/>
                </a:highlight>
              </a:rPr>
              <a:t>The dataset contains a total of </a:t>
            </a:r>
            <a:r>
              <a:rPr lang="en" b="1">
                <a:highlight>
                  <a:srgbClr val="FFFFFF"/>
                </a:highlight>
              </a:rPr>
              <a:t>119390</a:t>
            </a:r>
            <a:r>
              <a:rPr lang="en">
                <a:highlight>
                  <a:srgbClr val="FFFFFF"/>
                </a:highlight>
              </a:rPr>
              <a:t> rows and </a:t>
            </a:r>
            <a:r>
              <a:rPr lang="en" b="1">
                <a:highlight>
                  <a:srgbClr val="FFFFFF"/>
                </a:highlight>
              </a:rPr>
              <a:t>32</a:t>
            </a:r>
            <a:r>
              <a:rPr lang="en">
                <a:highlight>
                  <a:srgbClr val="FFFFFF"/>
                </a:highlight>
              </a:rPr>
              <a:t> columns.</a:t>
            </a:r>
            <a:endParaRPr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highlight>
                  <a:srgbClr val="FFFFFF"/>
                </a:highlight>
              </a:rPr>
              <a:t>All the columns are divided into three dtypes : </a:t>
            </a:r>
            <a:r>
              <a:rPr lang="en" b="1">
                <a:highlight>
                  <a:srgbClr val="FFFFFF"/>
                </a:highlight>
              </a:rPr>
              <a:t>Object</a:t>
            </a:r>
            <a:r>
              <a:rPr lang="en">
                <a:highlight>
                  <a:srgbClr val="FFFFFF"/>
                </a:highlight>
              </a:rPr>
              <a:t>, </a:t>
            </a:r>
            <a:r>
              <a:rPr lang="en" b="1">
                <a:highlight>
                  <a:srgbClr val="FFFFFF"/>
                </a:highlight>
              </a:rPr>
              <a:t>float64</a:t>
            </a:r>
            <a:r>
              <a:rPr lang="en">
                <a:highlight>
                  <a:srgbClr val="FFFFFF"/>
                </a:highlight>
              </a:rPr>
              <a:t> and </a:t>
            </a:r>
            <a:r>
              <a:rPr lang="en" b="1">
                <a:highlight>
                  <a:srgbClr val="FFFFFF"/>
                </a:highlight>
              </a:rPr>
              <a:t>int64</a:t>
            </a:r>
            <a:r>
              <a:rPr lang="en">
                <a:highlight>
                  <a:srgbClr val="FFFFFF"/>
                </a:highlight>
              </a:rPr>
              <a:t>.</a:t>
            </a:r>
            <a:endParaRPr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highlight>
                  <a:srgbClr val="FFFFFF"/>
                </a:highlight>
              </a:rPr>
              <a:t>This dataset does have </a:t>
            </a:r>
            <a:r>
              <a:rPr lang="en" b="1">
                <a:highlight>
                  <a:srgbClr val="FFFFFF"/>
                </a:highlight>
              </a:rPr>
              <a:t>duplicated values</a:t>
            </a:r>
            <a:r>
              <a:rPr lang="en">
                <a:highlight>
                  <a:srgbClr val="FFFFFF"/>
                </a:highlight>
              </a:rPr>
              <a:t> as well as </a:t>
            </a:r>
            <a:r>
              <a:rPr lang="en" b="1">
                <a:highlight>
                  <a:srgbClr val="FFFFFF"/>
                </a:highlight>
              </a:rPr>
              <a:t>null values</a:t>
            </a:r>
            <a:r>
              <a:rPr lang="en">
                <a:highlight>
                  <a:srgbClr val="FFFFFF"/>
                </a:highlight>
              </a:rPr>
              <a:t>. There are total of </a:t>
            </a:r>
            <a:r>
              <a:rPr lang="en" b="1">
                <a:highlight>
                  <a:srgbClr val="FFFFFF"/>
                </a:highlight>
              </a:rPr>
              <a:t>31994 duplicate values</a:t>
            </a:r>
            <a:r>
              <a:rPr lang="en">
                <a:highlight>
                  <a:srgbClr val="FFFFFF"/>
                </a:highlight>
              </a:rPr>
              <a:t> and </a:t>
            </a:r>
            <a:r>
              <a:rPr lang="en" b="1">
                <a:highlight>
                  <a:srgbClr val="FFFFFF"/>
                </a:highlight>
              </a:rPr>
              <a:t>four columns</a:t>
            </a:r>
            <a:r>
              <a:rPr lang="en">
                <a:highlight>
                  <a:srgbClr val="FFFFFF"/>
                </a:highlight>
              </a:rPr>
              <a:t> have </a:t>
            </a:r>
            <a:r>
              <a:rPr lang="en" b="1">
                <a:highlight>
                  <a:srgbClr val="FFFFFF"/>
                </a:highlight>
              </a:rPr>
              <a:t>missing values</a:t>
            </a:r>
            <a:r>
              <a:rPr lang="en">
                <a:highlight>
                  <a:srgbClr val="FFFFFF"/>
                </a:highlight>
              </a:rPr>
              <a:t>/ </a:t>
            </a:r>
            <a:r>
              <a:rPr lang="en" b="1">
                <a:highlight>
                  <a:srgbClr val="FFFFFF"/>
                </a:highlight>
              </a:rPr>
              <a:t>null values</a:t>
            </a:r>
            <a:r>
              <a:rPr lang="en">
                <a:highlight>
                  <a:srgbClr val="FFFFFF"/>
                </a:highlight>
              </a:rPr>
              <a:t>.</a:t>
            </a:r>
            <a:endParaRPr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highlight>
                  <a:srgbClr val="FFFFFF"/>
                </a:highlight>
              </a:rPr>
              <a:t>The </a:t>
            </a:r>
            <a:r>
              <a:rPr lang="en" b="1">
                <a:highlight>
                  <a:srgbClr val="FFFFFF"/>
                </a:highlight>
              </a:rPr>
              <a:t>maximum</a:t>
            </a:r>
            <a:r>
              <a:rPr lang="en">
                <a:highlight>
                  <a:srgbClr val="FFFFFF"/>
                </a:highlight>
              </a:rPr>
              <a:t> number of </a:t>
            </a:r>
            <a:r>
              <a:rPr lang="en" b="1">
                <a:highlight>
                  <a:srgbClr val="FFFFFF"/>
                </a:highlight>
              </a:rPr>
              <a:t>missing values</a:t>
            </a:r>
            <a:r>
              <a:rPr lang="en">
                <a:highlight>
                  <a:srgbClr val="FFFFFF"/>
                </a:highlight>
              </a:rPr>
              <a:t> are from </a:t>
            </a:r>
            <a:r>
              <a:rPr lang="en" b="1">
                <a:highlight>
                  <a:srgbClr val="FFFFFF"/>
                </a:highlight>
              </a:rPr>
              <a:t>'Company' </a:t>
            </a:r>
            <a:r>
              <a:rPr lang="en">
                <a:highlight>
                  <a:srgbClr val="FFFFFF"/>
                </a:highlight>
              </a:rPr>
              <a:t>column then followed by 'Agent', 'Country' and 'Children' columns. The </a:t>
            </a:r>
            <a:r>
              <a:rPr lang="en" b="1">
                <a:highlight>
                  <a:srgbClr val="FFFFFF"/>
                </a:highlight>
              </a:rPr>
              <a:t>'Children' </a:t>
            </a:r>
            <a:r>
              <a:rPr lang="en">
                <a:highlight>
                  <a:srgbClr val="FFFFFF"/>
                </a:highlight>
              </a:rPr>
              <a:t>column consists of only </a:t>
            </a:r>
            <a:r>
              <a:rPr lang="en" b="1">
                <a:highlight>
                  <a:srgbClr val="FFFFFF"/>
                </a:highlight>
              </a:rPr>
              <a:t>4 null values</a:t>
            </a:r>
            <a:r>
              <a:rPr lang="en">
                <a:highlight>
                  <a:srgbClr val="FFFFFF"/>
                </a:highlight>
              </a:rPr>
              <a:t>, while </a:t>
            </a:r>
            <a:r>
              <a:rPr lang="en" b="1">
                <a:highlight>
                  <a:srgbClr val="FFFFFF"/>
                </a:highlight>
              </a:rPr>
              <a:t>'Company' </a:t>
            </a:r>
            <a:r>
              <a:rPr lang="en">
                <a:highlight>
                  <a:srgbClr val="FFFFFF"/>
                </a:highlight>
              </a:rPr>
              <a:t>column consists of </a:t>
            </a:r>
            <a:r>
              <a:rPr lang="en" b="1">
                <a:highlight>
                  <a:srgbClr val="FFFFFF"/>
                </a:highlight>
              </a:rPr>
              <a:t>112593 null values</a:t>
            </a:r>
            <a:r>
              <a:rPr lang="en">
                <a:highlight>
                  <a:srgbClr val="FFFFFF"/>
                </a:highlight>
              </a:rPr>
              <a:t>.</a:t>
            </a:r>
            <a:endParaRPr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41"/>
          <p:cNvSpPr txBox="1">
            <a:spLocks noGrp="1"/>
          </p:cNvSpPr>
          <p:nvPr>
            <p:ph type="body" idx="1"/>
          </p:nvPr>
        </p:nvSpPr>
        <p:spPr>
          <a:xfrm>
            <a:off x="744575" y="834800"/>
            <a:ext cx="4392300" cy="43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lang="en" b="1"/>
              <a:t>Top Most Preferred Hotel &amp; Hotel Rooms</a:t>
            </a:r>
            <a:endParaRPr b="1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lang="en" b="1"/>
              <a:t>ADR (Average Daily Rate)</a:t>
            </a:r>
            <a:endParaRPr b="1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lang="en" b="1"/>
              <a:t>Repeated Vs Non-Repeated Guests</a:t>
            </a:r>
            <a:endParaRPr b="1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lang="en" b="1"/>
              <a:t>Requirement of Car Parking Space</a:t>
            </a:r>
            <a:endParaRPr b="1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lang="en" b="1"/>
              <a:t>Most Preferred Meal</a:t>
            </a:r>
            <a:endParaRPr b="1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lang="en" b="1"/>
              <a:t>Distribution Channel Vs ADR</a:t>
            </a:r>
            <a:endParaRPr b="1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lang="en" b="1"/>
              <a:t>Top Booking Months &amp; Year</a:t>
            </a:r>
            <a:endParaRPr b="1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lang="en" b="1"/>
              <a:t>Optimal Stay Length</a:t>
            </a:r>
            <a:endParaRPr b="1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lang="en" b="1"/>
              <a:t>Confirmation Vs Cancellation</a:t>
            </a:r>
            <a:endParaRPr b="1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lang="en" b="1"/>
              <a:t>Mostly Arrived Customers/ Visitors</a:t>
            </a:r>
            <a:endParaRPr b="1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lang="en" b="1"/>
              <a:t>Overall Stats</a:t>
            </a:r>
            <a:endParaRPr b="1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lang="en" b="1"/>
              <a:t>Conclusion</a:t>
            </a:r>
            <a:endParaRPr b="1"/>
          </a:p>
        </p:txBody>
      </p:sp>
      <p:sp>
        <p:nvSpPr>
          <p:cNvPr id="932" name="Google Shape;932;p41"/>
          <p:cNvSpPr txBox="1">
            <a:spLocks noGrp="1"/>
          </p:cNvSpPr>
          <p:nvPr>
            <p:ph type="title"/>
          </p:nvPr>
        </p:nvSpPr>
        <p:spPr>
          <a:xfrm>
            <a:off x="734975" y="381000"/>
            <a:ext cx="5530500" cy="6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Points for </a:t>
            </a:r>
            <a:r>
              <a:rPr lang="en" dirty="0">
                <a:solidFill>
                  <a:schemeClr val="lt1"/>
                </a:solidFill>
              </a:rPr>
              <a:t>Discussion</a:t>
            </a:r>
            <a:endParaRPr dirty="0">
              <a:solidFill>
                <a:schemeClr val="lt1"/>
              </a:solidFill>
            </a:endParaRPr>
          </a:p>
        </p:txBody>
      </p:sp>
      <p:grpSp>
        <p:nvGrpSpPr>
          <p:cNvPr id="937" name="Google Shape;937;p41"/>
          <p:cNvGrpSpPr/>
          <p:nvPr/>
        </p:nvGrpSpPr>
        <p:grpSpPr>
          <a:xfrm rot="-5400000" flipH="1">
            <a:off x="7770296" y="368896"/>
            <a:ext cx="863722" cy="413639"/>
            <a:chOff x="6436250" y="292300"/>
            <a:chExt cx="1013997" cy="485605"/>
          </a:xfrm>
        </p:grpSpPr>
        <p:sp>
          <p:nvSpPr>
            <p:cNvPr id="938" name="Google Shape;938;p41"/>
            <p:cNvSpPr/>
            <p:nvPr/>
          </p:nvSpPr>
          <p:spPr>
            <a:xfrm>
              <a:off x="6436250" y="292300"/>
              <a:ext cx="76500" cy="7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41"/>
            <p:cNvSpPr/>
            <p:nvPr/>
          </p:nvSpPr>
          <p:spPr>
            <a:xfrm>
              <a:off x="6748749" y="292300"/>
              <a:ext cx="76500" cy="7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41"/>
            <p:cNvSpPr/>
            <p:nvPr/>
          </p:nvSpPr>
          <p:spPr>
            <a:xfrm>
              <a:off x="7061248" y="292300"/>
              <a:ext cx="76500" cy="7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41"/>
            <p:cNvSpPr/>
            <p:nvPr/>
          </p:nvSpPr>
          <p:spPr>
            <a:xfrm>
              <a:off x="7373747" y="292300"/>
              <a:ext cx="76500" cy="7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41"/>
            <p:cNvSpPr/>
            <p:nvPr/>
          </p:nvSpPr>
          <p:spPr>
            <a:xfrm>
              <a:off x="6436250" y="496853"/>
              <a:ext cx="76500" cy="7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41"/>
            <p:cNvSpPr/>
            <p:nvPr/>
          </p:nvSpPr>
          <p:spPr>
            <a:xfrm>
              <a:off x="6748749" y="496853"/>
              <a:ext cx="76500" cy="7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41"/>
            <p:cNvSpPr/>
            <p:nvPr/>
          </p:nvSpPr>
          <p:spPr>
            <a:xfrm>
              <a:off x="7061248" y="496853"/>
              <a:ext cx="76500" cy="7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41"/>
            <p:cNvSpPr/>
            <p:nvPr/>
          </p:nvSpPr>
          <p:spPr>
            <a:xfrm>
              <a:off x="7373747" y="496853"/>
              <a:ext cx="76500" cy="7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41"/>
            <p:cNvSpPr/>
            <p:nvPr/>
          </p:nvSpPr>
          <p:spPr>
            <a:xfrm>
              <a:off x="6436250" y="701405"/>
              <a:ext cx="76500" cy="7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41"/>
            <p:cNvSpPr/>
            <p:nvPr/>
          </p:nvSpPr>
          <p:spPr>
            <a:xfrm>
              <a:off x="6748749" y="701405"/>
              <a:ext cx="76500" cy="7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41"/>
            <p:cNvSpPr/>
            <p:nvPr/>
          </p:nvSpPr>
          <p:spPr>
            <a:xfrm>
              <a:off x="7061248" y="701405"/>
              <a:ext cx="76500" cy="7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41"/>
            <p:cNvSpPr/>
            <p:nvPr/>
          </p:nvSpPr>
          <p:spPr>
            <a:xfrm>
              <a:off x="7373747" y="701405"/>
              <a:ext cx="76500" cy="76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42"/>
          <p:cNvSpPr txBox="1">
            <a:spLocks noGrp="1"/>
          </p:cNvSpPr>
          <p:nvPr>
            <p:ph type="title"/>
          </p:nvPr>
        </p:nvSpPr>
        <p:spPr>
          <a:xfrm>
            <a:off x="753275" y="228550"/>
            <a:ext cx="7431000" cy="172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Top Most</a:t>
            </a:r>
            <a:r>
              <a:rPr lang="en" dirty="0">
                <a:solidFill>
                  <a:schemeClr val="lt1"/>
                </a:solidFill>
              </a:rPr>
              <a:t> Preferred Hotel </a:t>
            </a:r>
            <a:endParaRPr dirty="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58" name="Google Shape;958;p42"/>
          <p:cNvSpPr txBox="1"/>
          <p:nvPr/>
        </p:nvSpPr>
        <p:spPr>
          <a:xfrm>
            <a:off x="3968809" y="1428649"/>
            <a:ext cx="2186100" cy="5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Insights found</a:t>
            </a:r>
            <a:endParaRPr sz="2400" dirty="0"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959" name="Google Shape;959;p42"/>
          <p:cNvSpPr txBox="1"/>
          <p:nvPr/>
        </p:nvSpPr>
        <p:spPr>
          <a:xfrm>
            <a:off x="4082143" y="1970749"/>
            <a:ext cx="4492132" cy="2089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From the chart, we got to know that </a:t>
            </a:r>
            <a:r>
              <a:rPr lang="en" b="1" dirty="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City Hotel</a:t>
            </a:r>
            <a:r>
              <a:rPr lang="en" dirty="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 is </a:t>
            </a:r>
            <a:r>
              <a:rPr lang="en" b="1" dirty="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most preferred</a:t>
            </a:r>
            <a:r>
              <a:rPr lang="en" dirty="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" b="1" dirty="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hotel </a:t>
            </a:r>
            <a:r>
              <a:rPr lang="en" dirty="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by the guests. Thus </a:t>
            </a:r>
            <a:r>
              <a:rPr lang="en" b="1" dirty="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City Hotel</a:t>
            </a:r>
            <a:r>
              <a:rPr lang="en" dirty="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 has </a:t>
            </a:r>
            <a:r>
              <a:rPr lang="en" b="1" dirty="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maximum bookings</a:t>
            </a:r>
            <a:r>
              <a:rPr lang="en" dirty="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. </a:t>
            </a:r>
            <a:r>
              <a:rPr lang="en" b="1" dirty="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61.1% guests</a:t>
            </a:r>
            <a:r>
              <a:rPr lang="en" dirty="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 are preferred </a:t>
            </a:r>
            <a:r>
              <a:rPr lang="en" b="1" dirty="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City Hotel</a:t>
            </a:r>
            <a:r>
              <a:rPr lang="en" dirty="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, while only </a:t>
            </a:r>
            <a:r>
              <a:rPr lang="en" b="1" dirty="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38.9% guests</a:t>
            </a:r>
            <a:r>
              <a:rPr lang="en" dirty="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 have shown interest in </a:t>
            </a:r>
            <a:r>
              <a:rPr lang="en" b="1" dirty="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Resort Hotel.</a:t>
            </a:r>
            <a:endParaRPr dirty="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EC9DDD-2F5B-A246-F55E-513B06A4900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690" t="5044" r="17455" b="12234"/>
          <a:stretch/>
        </p:blipFill>
        <p:spPr>
          <a:xfrm>
            <a:off x="570942" y="1261627"/>
            <a:ext cx="3511201" cy="386343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43"/>
          <p:cNvSpPr txBox="1">
            <a:spLocks noGrp="1"/>
          </p:cNvSpPr>
          <p:nvPr>
            <p:ph type="title" idx="8"/>
          </p:nvPr>
        </p:nvSpPr>
        <p:spPr>
          <a:xfrm>
            <a:off x="1755900" y="381000"/>
            <a:ext cx="5632200" cy="92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Most Preferred </a:t>
            </a:r>
            <a:r>
              <a:rPr lang="en">
                <a:solidFill>
                  <a:schemeClr val="lt1"/>
                </a:solidFill>
              </a:rPr>
              <a:t>Hotel Rooms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66" name="Google Shape;966;p43"/>
          <p:cNvSpPr txBox="1">
            <a:spLocks noGrp="1"/>
          </p:cNvSpPr>
          <p:nvPr>
            <p:ph type="subTitle" idx="3"/>
          </p:nvPr>
        </p:nvSpPr>
        <p:spPr>
          <a:xfrm>
            <a:off x="979950" y="1022900"/>
            <a:ext cx="7184100" cy="101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It is found that the </a:t>
            </a:r>
            <a:r>
              <a:rPr lang="en" b="1"/>
              <a:t>most preferred Room</a:t>
            </a:r>
            <a:r>
              <a:rPr lang="en"/>
              <a:t> type is </a:t>
            </a:r>
            <a:r>
              <a:rPr lang="en" b="1"/>
              <a:t>'A'</a:t>
            </a:r>
            <a:r>
              <a:rPr lang="en"/>
              <a:t>. So, majority of the guests have </a:t>
            </a:r>
            <a:r>
              <a:rPr lang="en" b="1"/>
              <a:t>shown interest</a:t>
            </a:r>
            <a:r>
              <a:rPr lang="en"/>
              <a:t> in this </a:t>
            </a:r>
            <a:r>
              <a:rPr lang="en" b="1"/>
              <a:t>room type</a:t>
            </a:r>
            <a:r>
              <a:rPr lang="en"/>
              <a:t>.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There are </a:t>
            </a:r>
            <a:r>
              <a:rPr lang="en" b="1"/>
              <a:t>positive impacts</a:t>
            </a:r>
            <a:r>
              <a:rPr lang="en"/>
              <a:t> because </a:t>
            </a:r>
            <a:r>
              <a:rPr lang="en" b="1"/>
              <a:t>'A'</a:t>
            </a:r>
            <a:r>
              <a:rPr lang="en"/>
              <a:t>, </a:t>
            </a:r>
            <a:r>
              <a:rPr lang="en" b="1"/>
              <a:t>'D'</a:t>
            </a:r>
            <a:r>
              <a:rPr lang="en"/>
              <a:t>, </a:t>
            </a:r>
            <a:r>
              <a:rPr lang="en" b="1"/>
              <a:t>'E' </a:t>
            </a:r>
            <a:r>
              <a:rPr lang="en"/>
              <a:t>is </a:t>
            </a:r>
            <a:r>
              <a:rPr lang="en" b="1"/>
              <a:t>more preferred</a:t>
            </a:r>
            <a:r>
              <a:rPr lang="en"/>
              <a:t> by </a:t>
            </a:r>
            <a:r>
              <a:rPr lang="en" b="1"/>
              <a:t>guest </a:t>
            </a:r>
            <a:r>
              <a:rPr lang="en"/>
              <a:t>due to </a:t>
            </a:r>
            <a:r>
              <a:rPr lang="en" b="1"/>
              <a:t>better services</a:t>
            </a:r>
            <a:r>
              <a:rPr lang="en"/>
              <a:t> offered in room type.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997447-9022-4678-3F18-D8D70A6E5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99" y="2085544"/>
            <a:ext cx="7641771" cy="305670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44"/>
          <p:cNvSpPr txBox="1">
            <a:spLocks noGrp="1"/>
          </p:cNvSpPr>
          <p:nvPr>
            <p:ph type="title"/>
          </p:nvPr>
        </p:nvSpPr>
        <p:spPr>
          <a:xfrm>
            <a:off x="2671950" y="457200"/>
            <a:ext cx="3800100" cy="72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Average </a:t>
            </a:r>
            <a:r>
              <a:rPr lang="en">
                <a:solidFill>
                  <a:schemeClr val="lt1"/>
                </a:solidFill>
              </a:rPr>
              <a:t>Daily Rate</a:t>
            </a:r>
            <a:endParaRPr>
              <a:solidFill>
                <a:srgbClr val="FE8175"/>
              </a:solidFill>
            </a:endParaRPr>
          </a:p>
        </p:txBody>
      </p:sp>
      <p:sp>
        <p:nvSpPr>
          <p:cNvPr id="973" name="Google Shape;973;p44"/>
          <p:cNvSpPr txBox="1">
            <a:spLocks noGrp="1"/>
          </p:cNvSpPr>
          <p:nvPr>
            <p:ph type="subTitle" idx="4294967295"/>
          </p:nvPr>
        </p:nvSpPr>
        <p:spPr>
          <a:xfrm>
            <a:off x="819150" y="1096600"/>
            <a:ext cx="7505700" cy="12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b="1"/>
              <a:t>City Hotels</a:t>
            </a:r>
            <a:r>
              <a:rPr lang="en"/>
              <a:t> are generating </a:t>
            </a:r>
            <a:r>
              <a:rPr lang="en" b="1"/>
              <a:t>more revenues</a:t>
            </a:r>
            <a:r>
              <a:rPr lang="en"/>
              <a:t> than the </a:t>
            </a:r>
            <a:r>
              <a:rPr lang="en" b="1"/>
              <a:t>Resort Hotels</a:t>
            </a:r>
            <a:r>
              <a:rPr lang="en"/>
              <a:t>, because </a:t>
            </a:r>
            <a:r>
              <a:rPr lang="en" b="1"/>
              <a:t>City hotel</a:t>
            </a:r>
            <a:r>
              <a:rPr lang="en"/>
              <a:t> has the </a:t>
            </a:r>
            <a:r>
              <a:rPr lang="en" b="1"/>
              <a:t>highest ADR</a:t>
            </a:r>
            <a:r>
              <a:rPr lang="en"/>
              <a:t>. More the </a:t>
            </a:r>
            <a:r>
              <a:rPr lang="en" b="1"/>
              <a:t>ADR</a:t>
            </a:r>
            <a:r>
              <a:rPr lang="en"/>
              <a:t>, more will be the </a:t>
            </a:r>
            <a:r>
              <a:rPr lang="en" b="1"/>
              <a:t>revenue</a:t>
            </a:r>
            <a:r>
              <a:rPr lang="en"/>
              <a:t>.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From the </a:t>
            </a:r>
            <a:r>
              <a:rPr lang="en" b="1"/>
              <a:t>line chart</a:t>
            </a:r>
            <a:r>
              <a:rPr lang="en"/>
              <a:t>, we have found that as the </a:t>
            </a:r>
            <a:r>
              <a:rPr lang="en" b="1"/>
              <a:t>total stay</a:t>
            </a:r>
            <a:r>
              <a:rPr lang="en"/>
              <a:t> increases the </a:t>
            </a:r>
            <a:r>
              <a:rPr lang="en" b="1"/>
              <a:t>ADR</a:t>
            </a:r>
            <a:r>
              <a:rPr lang="en"/>
              <a:t> is also getting </a:t>
            </a:r>
            <a:r>
              <a:rPr lang="en" b="1"/>
              <a:t>high</a:t>
            </a:r>
            <a:r>
              <a:rPr lang="en"/>
              <a:t>. So, </a:t>
            </a:r>
            <a:r>
              <a:rPr lang="en" b="1"/>
              <a:t>ADR </a:t>
            </a:r>
            <a:r>
              <a:rPr lang="en"/>
              <a:t>is directly </a:t>
            </a:r>
            <a:r>
              <a:rPr lang="en" b="1"/>
              <a:t>proportional </a:t>
            </a:r>
            <a:r>
              <a:rPr lang="en"/>
              <a:t>to </a:t>
            </a:r>
            <a:r>
              <a:rPr lang="en" b="1"/>
              <a:t>total stay</a:t>
            </a:r>
            <a:r>
              <a:rPr lang="en"/>
              <a:t>.</a:t>
            </a:r>
            <a:endParaRPr/>
          </a:p>
        </p:txBody>
      </p:sp>
      <p:pic>
        <p:nvPicPr>
          <p:cNvPr id="975" name="Google Shape;97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9325" y="2381900"/>
            <a:ext cx="4562625" cy="248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2E480B-955D-11A2-B474-7FE6345EDB5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031" t="5657" r="6918" b="1056"/>
          <a:stretch/>
        </p:blipFill>
        <p:spPr>
          <a:xfrm>
            <a:off x="251141" y="2220254"/>
            <a:ext cx="3788184" cy="292324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45"/>
          <p:cNvSpPr txBox="1">
            <a:spLocks noGrp="1"/>
          </p:cNvSpPr>
          <p:nvPr>
            <p:ph type="title"/>
          </p:nvPr>
        </p:nvSpPr>
        <p:spPr>
          <a:xfrm>
            <a:off x="2675100" y="381000"/>
            <a:ext cx="3793800" cy="63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Average </a:t>
            </a:r>
            <a:r>
              <a:rPr lang="en">
                <a:solidFill>
                  <a:schemeClr val="lt1"/>
                </a:solidFill>
              </a:rPr>
              <a:t>Daily Rate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1" name="Google Shape;981;p45"/>
          <p:cNvSpPr txBox="1"/>
          <p:nvPr/>
        </p:nvSpPr>
        <p:spPr>
          <a:xfrm>
            <a:off x="901125" y="1209325"/>
            <a:ext cx="3108900" cy="3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Char char="➢"/>
            </a:pPr>
            <a:r>
              <a:rPr lang="en"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ADR across months</a:t>
            </a:r>
            <a:endParaRPr sz="2400"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983" name="Google Shape;983;p45"/>
          <p:cNvSpPr txBox="1"/>
          <p:nvPr/>
        </p:nvSpPr>
        <p:spPr>
          <a:xfrm>
            <a:off x="983550" y="1546800"/>
            <a:ext cx="7176900" cy="8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Char char="●"/>
            </a:pP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For Resort Hotel, ADR is high in the months of June, July, August as compared to City Hotels. The reason may be that customers/people want to spent their summer vacation in Resort Hotels.</a:t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A7A695-9099-50EB-4436-83EC83290B4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571" b="1153"/>
          <a:stretch/>
        </p:blipFill>
        <p:spPr>
          <a:xfrm>
            <a:off x="1055671" y="2440456"/>
            <a:ext cx="6292186" cy="266209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46"/>
          <p:cNvSpPr txBox="1">
            <a:spLocks noGrp="1"/>
          </p:cNvSpPr>
          <p:nvPr>
            <p:ph type="body" idx="1"/>
          </p:nvPr>
        </p:nvSpPr>
        <p:spPr>
          <a:xfrm>
            <a:off x="902125" y="1251175"/>
            <a:ext cx="3960600" cy="32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 Insights found</a:t>
            </a:r>
            <a:endParaRPr sz="2400"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pie chart show the </a:t>
            </a:r>
            <a:r>
              <a:rPr lang="en" b="1"/>
              <a:t>percentage</a:t>
            </a:r>
            <a:r>
              <a:rPr lang="en"/>
              <a:t> of </a:t>
            </a:r>
            <a:r>
              <a:rPr lang="en" b="1"/>
              <a:t>repeated guests</a:t>
            </a:r>
            <a:r>
              <a:rPr lang="en"/>
              <a:t> or </a:t>
            </a:r>
            <a:r>
              <a:rPr lang="en" b="1"/>
              <a:t>not </a:t>
            </a:r>
            <a:r>
              <a:rPr lang="en"/>
              <a:t>(where </a:t>
            </a:r>
            <a:r>
              <a:rPr lang="en" b="1"/>
              <a:t>0 </a:t>
            </a:r>
            <a:r>
              <a:rPr lang="en"/>
              <a:t>is </a:t>
            </a:r>
            <a:r>
              <a:rPr lang="en" b="1"/>
              <a:t>not repeated</a:t>
            </a:r>
            <a:r>
              <a:rPr lang="en"/>
              <a:t> </a:t>
            </a:r>
            <a:r>
              <a:rPr lang="en" b="1"/>
              <a:t>guest </a:t>
            </a:r>
            <a:r>
              <a:rPr lang="en"/>
              <a:t>and </a:t>
            </a:r>
            <a:r>
              <a:rPr lang="en" b="1"/>
              <a:t>1 </a:t>
            </a:r>
            <a:r>
              <a:rPr lang="en"/>
              <a:t>is </a:t>
            </a:r>
            <a:r>
              <a:rPr lang="en" b="1"/>
              <a:t>repeated guest</a:t>
            </a:r>
            <a:r>
              <a:rPr lang="en"/>
              <a:t>)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b="1"/>
              <a:t>Repeated guests</a:t>
            </a:r>
            <a:r>
              <a:rPr lang="en"/>
              <a:t> are very few which is only</a:t>
            </a:r>
            <a:r>
              <a:rPr lang="en" b="1"/>
              <a:t> 3.9%</a:t>
            </a:r>
            <a:r>
              <a:rPr lang="en"/>
              <a:t> while </a:t>
            </a:r>
            <a:r>
              <a:rPr lang="en" b="1"/>
              <a:t>96.1%</a:t>
            </a:r>
            <a:r>
              <a:rPr lang="en"/>
              <a:t> guests are </a:t>
            </a:r>
            <a:r>
              <a:rPr lang="en" b="1"/>
              <a:t>not returning</a:t>
            </a:r>
            <a:r>
              <a:rPr lang="en"/>
              <a:t> to the same hotel.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</a:t>
            </a:r>
            <a:r>
              <a:rPr lang="en" b="1"/>
              <a:t>guests management </a:t>
            </a:r>
            <a:r>
              <a:rPr lang="en"/>
              <a:t>should take </a:t>
            </a:r>
            <a:r>
              <a:rPr lang="en" b="1"/>
              <a:t>feedbacks</a:t>
            </a:r>
            <a:r>
              <a:rPr lang="en"/>
              <a:t> from guests and try to </a:t>
            </a:r>
            <a:r>
              <a:rPr lang="en" b="1"/>
              <a:t>improve </a:t>
            </a:r>
            <a:r>
              <a:rPr lang="en"/>
              <a:t>the </a:t>
            </a:r>
            <a:r>
              <a:rPr lang="en" b="1"/>
              <a:t>services</a:t>
            </a:r>
            <a:r>
              <a:rPr lang="en"/>
              <a:t>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9" name="Google Shape;989;p46"/>
          <p:cNvSpPr txBox="1">
            <a:spLocks noGrp="1"/>
          </p:cNvSpPr>
          <p:nvPr>
            <p:ph type="title"/>
          </p:nvPr>
        </p:nvSpPr>
        <p:spPr>
          <a:xfrm>
            <a:off x="1158150" y="457200"/>
            <a:ext cx="6827700" cy="87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Repeated Vs </a:t>
            </a:r>
            <a:r>
              <a:rPr lang="en">
                <a:solidFill>
                  <a:schemeClr val="lt1"/>
                </a:solidFill>
              </a:rPr>
              <a:t>Non-Repeated Guests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90" name="Google Shape;990;p46"/>
          <p:cNvSpPr/>
          <p:nvPr/>
        </p:nvSpPr>
        <p:spPr>
          <a:xfrm>
            <a:off x="12053725" y="4799100"/>
            <a:ext cx="1675" cy="750"/>
          </a:xfrm>
          <a:custGeom>
            <a:avLst/>
            <a:gdLst/>
            <a:ahLst/>
            <a:cxnLst/>
            <a:rect l="l" t="t" r="r" b="b"/>
            <a:pathLst>
              <a:path w="67" h="30" extrusionOk="0">
                <a:moveTo>
                  <a:pt x="67" y="0"/>
                </a:moveTo>
                <a:cubicBezTo>
                  <a:pt x="42" y="13"/>
                  <a:pt x="21" y="21"/>
                  <a:pt x="1" y="29"/>
                </a:cubicBezTo>
                <a:cubicBezTo>
                  <a:pt x="21" y="21"/>
                  <a:pt x="46" y="13"/>
                  <a:pt x="67" y="0"/>
                </a:cubicBezTo>
                <a:close/>
              </a:path>
            </a:pathLst>
          </a:custGeom>
          <a:solidFill>
            <a:srgbClr val="312C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1" name="Google Shape;991;p46"/>
          <p:cNvSpPr/>
          <p:nvPr/>
        </p:nvSpPr>
        <p:spPr>
          <a:xfrm>
            <a:off x="12372125" y="3777750"/>
            <a:ext cx="25" cy="125"/>
          </a:xfrm>
          <a:custGeom>
            <a:avLst/>
            <a:gdLst/>
            <a:ahLst/>
            <a:cxnLst/>
            <a:rect l="l" t="t" r="r" b="b"/>
            <a:pathLst>
              <a:path w="1" h="5" extrusionOk="0">
                <a:moveTo>
                  <a:pt x="1" y="4"/>
                </a:moveTo>
                <a:cubicBezTo>
                  <a:pt x="1" y="0"/>
                  <a:pt x="1" y="0"/>
                  <a:pt x="1" y="4"/>
                </a:cubicBezTo>
                <a:lnTo>
                  <a:pt x="1" y="4"/>
                </a:lnTo>
                <a:cubicBezTo>
                  <a:pt x="1" y="0"/>
                  <a:pt x="1" y="0"/>
                  <a:pt x="1" y="4"/>
                </a:cubicBezTo>
                <a:close/>
              </a:path>
            </a:pathLst>
          </a:custGeom>
          <a:solidFill>
            <a:srgbClr val="312C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2" name="Google Shape;992;p46"/>
          <p:cNvSpPr/>
          <p:nvPr/>
        </p:nvSpPr>
        <p:spPr>
          <a:xfrm>
            <a:off x="12984350" y="3808750"/>
            <a:ext cx="525" cy="325"/>
          </a:xfrm>
          <a:custGeom>
            <a:avLst/>
            <a:gdLst/>
            <a:ahLst/>
            <a:cxnLst/>
            <a:rect l="l" t="t" r="r" b="b"/>
            <a:pathLst>
              <a:path w="21" h="13" extrusionOk="0">
                <a:moveTo>
                  <a:pt x="21" y="0"/>
                </a:moveTo>
                <a:cubicBezTo>
                  <a:pt x="13" y="5"/>
                  <a:pt x="9" y="9"/>
                  <a:pt x="0" y="13"/>
                </a:cubicBezTo>
                <a:lnTo>
                  <a:pt x="0" y="13"/>
                </a:lnTo>
                <a:cubicBezTo>
                  <a:pt x="9" y="9"/>
                  <a:pt x="13" y="5"/>
                  <a:pt x="21" y="0"/>
                </a:cubicBezTo>
                <a:close/>
              </a:path>
            </a:pathLst>
          </a:custGeom>
          <a:solidFill>
            <a:srgbClr val="312C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3" name="Google Shape;993;p46"/>
          <p:cNvSpPr/>
          <p:nvPr/>
        </p:nvSpPr>
        <p:spPr>
          <a:xfrm rot="10800000">
            <a:off x="734975" y="3643867"/>
            <a:ext cx="891" cy="1546"/>
          </a:xfrm>
          <a:custGeom>
            <a:avLst/>
            <a:gdLst/>
            <a:ahLst/>
            <a:cxnLst/>
            <a:rect l="l" t="t" r="r" b="b"/>
            <a:pathLst>
              <a:path w="34" h="59" extrusionOk="0">
                <a:moveTo>
                  <a:pt x="0" y="1"/>
                </a:moveTo>
                <a:cubicBezTo>
                  <a:pt x="9" y="17"/>
                  <a:pt x="25" y="38"/>
                  <a:pt x="33" y="59"/>
                </a:cubicBezTo>
                <a:cubicBezTo>
                  <a:pt x="25" y="38"/>
                  <a:pt x="13" y="17"/>
                  <a:pt x="0" y="1"/>
                </a:cubicBezTo>
                <a:close/>
              </a:path>
            </a:pathLst>
          </a:custGeom>
          <a:solidFill>
            <a:srgbClr val="312C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A40106-4095-2496-B2D7-BC33273DDBF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875" t="6366" r="-2" b="15482"/>
          <a:stretch/>
        </p:blipFill>
        <p:spPr>
          <a:xfrm>
            <a:off x="4756967" y="1350341"/>
            <a:ext cx="4381867" cy="333530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47"/>
          <p:cNvSpPr txBox="1">
            <a:spLocks noGrp="1"/>
          </p:cNvSpPr>
          <p:nvPr>
            <p:ph type="title"/>
          </p:nvPr>
        </p:nvSpPr>
        <p:spPr>
          <a:xfrm>
            <a:off x="4079262" y="1572325"/>
            <a:ext cx="2654100" cy="57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Insights found</a:t>
            </a:r>
            <a:endParaRPr/>
          </a:p>
        </p:txBody>
      </p:sp>
      <p:sp>
        <p:nvSpPr>
          <p:cNvPr id="1000" name="Google Shape;1000;p47"/>
          <p:cNvSpPr txBox="1">
            <a:spLocks noGrp="1"/>
          </p:cNvSpPr>
          <p:nvPr>
            <p:ph type="title" idx="4"/>
          </p:nvPr>
        </p:nvSpPr>
        <p:spPr>
          <a:xfrm>
            <a:off x="1165800" y="457200"/>
            <a:ext cx="6812400" cy="5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 of</a:t>
            </a:r>
            <a:r>
              <a:rPr lang="en">
                <a:solidFill>
                  <a:schemeClr val="lt1"/>
                </a:solidFill>
              </a:rPr>
              <a:t> Car Parking Space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02" name="Google Shape;1002;p47"/>
          <p:cNvSpPr txBox="1"/>
          <p:nvPr/>
        </p:nvSpPr>
        <p:spPr>
          <a:xfrm>
            <a:off x="4363125" y="2097550"/>
            <a:ext cx="3627000" cy="23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Char char="●"/>
            </a:pP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This chart shows that </a:t>
            </a:r>
            <a:r>
              <a:rPr lang="en" b="1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91.6%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 guests did </a:t>
            </a:r>
            <a:r>
              <a:rPr lang="en" b="1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not required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 the </a:t>
            </a:r>
            <a:r>
              <a:rPr lang="en" b="1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parking space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. Only </a:t>
            </a:r>
            <a:r>
              <a:rPr lang="en" b="1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8.3%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 guests </a:t>
            </a:r>
            <a:r>
              <a:rPr lang="en" b="1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required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 the </a:t>
            </a:r>
            <a:r>
              <a:rPr lang="en" b="1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parking space.</a:t>
            </a:r>
            <a:endParaRPr b="1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Char char="●"/>
            </a:pP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The </a:t>
            </a:r>
            <a:r>
              <a:rPr lang="en" b="1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demand 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for car parking area is </a:t>
            </a:r>
            <a:r>
              <a:rPr lang="en" b="1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less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. It can be said that hotels need to </a:t>
            </a:r>
            <a:r>
              <a:rPr lang="en" b="1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work less 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on car parking spaces as only </a:t>
            </a:r>
            <a:r>
              <a:rPr lang="en" b="1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1 car parking space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 was required by </a:t>
            </a:r>
            <a:r>
              <a:rPr lang="en" b="1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8.3% 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of guests.</a:t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BF0C1F-46A8-84F5-8F88-979D02BB7DC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118" t="3498" r="20109" b="14610"/>
          <a:stretch/>
        </p:blipFill>
        <p:spPr>
          <a:xfrm>
            <a:off x="598716" y="1336777"/>
            <a:ext cx="3818839" cy="366232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48"/>
          <p:cNvSpPr txBox="1">
            <a:spLocks noGrp="1"/>
          </p:cNvSpPr>
          <p:nvPr>
            <p:ph type="title"/>
          </p:nvPr>
        </p:nvSpPr>
        <p:spPr>
          <a:xfrm>
            <a:off x="2460750" y="457200"/>
            <a:ext cx="4222500" cy="5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Most Preferred </a:t>
            </a:r>
            <a:r>
              <a:rPr lang="en">
                <a:solidFill>
                  <a:schemeClr val="lt1"/>
                </a:solidFill>
              </a:rPr>
              <a:t>Meal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08" name="Google Shape;1008;p48"/>
          <p:cNvSpPr txBox="1"/>
          <p:nvPr/>
        </p:nvSpPr>
        <p:spPr>
          <a:xfrm>
            <a:off x="680875" y="1745125"/>
            <a:ext cx="2224800" cy="3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Insights found</a:t>
            </a:r>
            <a:endParaRPr sz="2400"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010" name="Google Shape;1010;p48"/>
          <p:cNvSpPr txBox="1"/>
          <p:nvPr/>
        </p:nvSpPr>
        <p:spPr>
          <a:xfrm>
            <a:off x="872900" y="2143125"/>
            <a:ext cx="2985000" cy="13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The </a:t>
            </a:r>
            <a:r>
              <a:rPr lang="en" b="1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most preferred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" b="1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meal 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type by the guests is </a:t>
            </a:r>
            <a:r>
              <a:rPr lang="en" b="1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BB 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(</a:t>
            </a:r>
            <a:r>
              <a:rPr lang="en" b="1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Bed and Breakfast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) while </a:t>
            </a:r>
            <a:r>
              <a:rPr lang="en" b="1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HB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 (</a:t>
            </a:r>
            <a:r>
              <a:rPr lang="en" b="1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Half Board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) and </a:t>
            </a:r>
            <a:r>
              <a:rPr lang="en" b="1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SC 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(</a:t>
            </a:r>
            <a:r>
              <a:rPr lang="en" b="1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Self Catering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) are equally preferred.</a:t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74EE1E-7169-018B-0BEC-F2AD2CEC6BF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34" t="6177" r="8264" b="1188"/>
          <a:stretch/>
        </p:blipFill>
        <p:spPr>
          <a:xfrm>
            <a:off x="3804898" y="1301922"/>
            <a:ext cx="5358598" cy="338437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49"/>
          <p:cNvSpPr txBox="1">
            <a:spLocks noGrp="1"/>
          </p:cNvSpPr>
          <p:nvPr>
            <p:ph type="title"/>
          </p:nvPr>
        </p:nvSpPr>
        <p:spPr>
          <a:xfrm>
            <a:off x="974850" y="457200"/>
            <a:ext cx="7194300" cy="5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Maximum used</a:t>
            </a:r>
            <a:r>
              <a:rPr lang="en">
                <a:solidFill>
                  <a:schemeClr val="lt1"/>
                </a:solidFill>
              </a:rPr>
              <a:t> Distribution Channel</a:t>
            </a:r>
            <a:endParaRPr/>
          </a:p>
        </p:txBody>
      </p:sp>
      <p:sp>
        <p:nvSpPr>
          <p:cNvPr id="1016" name="Google Shape;1016;p49"/>
          <p:cNvSpPr txBox="1">
            <a:spLocks noGrp="1"/>
          </p:cNvSpPr>
          <p:nvPr>
            <p:ph type="body" idx="2"/>
          </p:nvPr>
        </p:nvSpPr>
        <p:spPr>
          <a:xfrm>
            <a:off x="4919100" y="1592475"/>
            <a:ext cx="1997700" cy="5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Insights found</a:t>
            </a:r>
            <a:endParaRPr sz="2400"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017" name="Google Shape;1017;p49"/>
          <p:cNvSpPr txBox="1"/>
          <p:nvPr/>
        </p:nvSpPr>
        <p:spPr>
          <a:xfrm>
            <a:off x="5004025" y="2158425"/>
            <a:ext cx="3308100" cy="16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'TA/TO' 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has been </a:t>
            </a:r>
            <a:r>
              <a:rPr lang="en" b="1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mostly 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(</a:t>
            </a:r>
            <a:r>
              <a:rPr lang="en" b="1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79.1%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) </a:t>
            </a:r>
            <a:r>
              <a:rPr lang="en" b="1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used 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for </a:t>
            </a:r>
            <a:r>
              <a:rPr lang="en" b="1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booking hotels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. </a:t>
            </a:r>
            <a:r>
              <a:rPr lang="en" b="1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Direct 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market segment of </a:t>
            </a:r>
            <a:r>
              <a:rPr lang="en" b="1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14.9%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" b="1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Corporates 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market segment of </a:t>
            </a:r>
            <a:r>
              <a:rPr lang="en" b="1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5.8%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" b="1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GDS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 market segment of only </a:t>
            </a:r>
            <a:r>
              <a:rPr lang="en" b="1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0.2%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 and rest </a:t>
            </a:r>
            <a:r>
              <a:rPr lang="en" b="1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unidentified 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are </a:t>
            </a:r>
            <a:r>
              <a:rPr lang="en" b="1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0%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8A3E353-E866-B2B5-17C8-61993F72F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000" y="1357086"/>
            <a:ext cx="4104485" cy="35710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50"/>
          <p:cNvSpPr txBox="1">
            <a:spLocks noGrp="1"/>
          </p:cNvSpPr>
          <p:nvPr>
            <p:ph type="title"/>
          </p:nvPr>
        </p:nvSpPr>
        <p:spPr>
          <a:xfrm>
            <a:off x="1831950" y="457200"/>
            <a:ext cx="5480100" cy="63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Distribution</a:t>
            </a:r>
            <a:r>
              <a:rPr lang="en">
                <a:solidFill>
                  <a:schemeClr val="lt1"/>
                </a:solidFill>
              </a:rPr>
              <a:t> </a:t>
            </a:r>
            <a:r>
              <a:rPr lang="en"/>
              <a:t>Channel </a:t>
            </a:r>
            <a:r>
              <a:rPr lang="en">
                <a:solidFill>
                  <a:schemeClr val="lt1"/>
                </a:solidFill>
              </a:rPr>
              <a:t>Vs ADR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025" name="Google Shape;1025;p50"/>
          <p:cNvSpPr txBox="1"/>
          <p:nvPr/>
        </p:nvSpPr>
        <p:spPr>
          <a:xfrm>
            <a:off x="1120050" y="1242000"/>
            <a:ext cx="6903900" cy="8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Char char="●"/>
            </a:pPr>
            <a:r>
              <a:rPr lang="en" b="1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'Direct' 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and </a:t>
            </a:r>
            <a:r>
              <a:rPr lang="en" b="1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'TA/TO'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 have almost </a:t>
            </a:r>
            <a:r>
              <a:rPr lang="en" b="1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equally contribution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 in </a:t>
            </a:r>
            <a:r>
              <a:rPr lang="en" b="1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ADR 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in both type of hotels. While, </a:t>
            </a:r>
            <a:r>
              <a:rPr lang="en" b="1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GDS 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has </a:t>
            </a:r>
            <a:r>
              <a:rPr lang="en" b="1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highly contributed 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in </a:t>
            </a:r>
            <a:r>
              <a:rPr lang="en" b="1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ADR 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in </a:t>
            </a:r>
            <a:r>
              <a:rPr lang="en" b="1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'City Hotel'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 type. </a:t>
            </a:r>
            <a:r>
              <a:rPr lang="en" b="1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GDS 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needs to </a:t>
            </a:r>
            <a:r>
              <a:rPr lang="en" b="1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increase Resort Hotel 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bookings.</a:t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C61C07-263B-35C9-FD95-1C81235928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0006" y="2137800"/>
            <a:ext cx="5622043" cy="295030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51"/>
          <p:cNvSpPr txBox="1">
            <a:spLocks noGrp="1"/>
          </p:cNvSpPr>
          <p:nvPr>
            <p:ph type="title" idx="8"/>
          </p:nvPr>
        </p:nvSpPr>
        <p:spPr>
          <a:xfrm>
            <a:off x="2487900" y="381000"/>
            <a:ext cx="4168200" cy="92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 Booking </a:t>
            </a:r>
            <a:r>
              <a:rPr lang="en">
                <a:solidFill>
                  <a:schemeClr val="lt1"/>
                </a:solidFill>
              </a:rPr>
              <a:t>Months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31" name="Google Shape;1031;p51"/>
          <p:cNvSpPr txBox="1">
            <a:spLocks noGrp="1"/>
          </p:cNvSpPr>
          <p:nvPr>
            <p:ph type="subTitle" idx="3"/>
          </p:nvPr>
        </p:nvSpPr>
        <p:spPr>
          <a:xfrm>
            <a:off x="877650" y="1099100"/>
            <a:ext cx="7388700" cy="119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From this graph, we can say that </a:t>
            </a:r>
            <a:r>
              <a:rPr lang="en" b="1"/>
              <a:t>July </a:t>
            </a:r>
            <a:r>
              <a:rPr lang="en"/>
              <a:t>and </a:t>
            </a:r>
            <a:r>
              <a:rPr lang="en" b="1"/>
              <a:t>August </a:t>
            </a:r>
            <a:r>
              <a:rPr lang="en"/>
              <a:t>months had the </a:t>
            </a:r>
            <a:r>
              <a:rPr lang="en" b="1"/>
              <a:t>most Bookings</a:t>
            </a:r>
            <a:r>
              <a:rPr lang="en"/>
              <a:t>. As, </a:t>
            </a:r>
            <a:r>
              <a:rPr lang="en" b="1"/>
              <a:t>July </a:t>
            </a:r>
            <a:r>
              <a:rPr lang="en"/>
              <a:t>and </a:t>
            </a:r>
            <a:r>
              <a:rPr lang="en" b="1"/>
              <a:t>August </a:t>
            </a:r>
            <a:r>
              <a:rPr lang="en"/>
              <a:t>generally surrounds in and near the </a:t>
            </a:r>
            <a:r>
              <a:rPr lang="en" b="1"/>
              <a:t>summer vacation</a:t>
            </a:r>
            <a:r>
              <a:rPr lang="en"/>
              <a:t>.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Hotels should be </a:t>
            </a:r>
            <a:r>
              <a:rPr lang="en" b="1"/>
              <a:t>well prepared</a:t>
            </a:r>
            <a:r>
              <a:rPr lang="en"/>
              <a:t> for the month of </a:t>
            </a:r>
            <a:r>
              <a:rPr lang="en" b="1"/>
              <a:t>July </a:t>
            </a:r>
            <a:r>
              <a:rPr lang="en"/>
              <a:t>and </a:t>
            </a:r>
            <a:r>
              <a:rPr lang="en" b="1"/>
              <a:t>August </a:t>
            </a:r>
            <a:r>
              <a:rPr lang="en"/>
              <a:t>as </a:t>
            </a:r>
            <a:r>
              <a:rPr lang="en" b="1"/>
              <a:t>maximum bookings </a:t>
            </a:r>
            <a:r>
              <a:rPr lang="en"/>
              <a:t>takes place for this </a:t>
            </a:r>
            <a:r>
              <a:rPr lang="en" b="1"/>
              <a:t>month</a:t>
            </a:r>
            <a:r>
              <a:rPr lang="en"/>
              <a:t>.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59F60EE-1247-85E3-CFAA-28681278F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215" y="2251530"/>
            <a:ext cx="6119586" cy="28523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52"/>
          <p:cNvSpPr txBox="1">
            <a:spLocks noGrp="1"/>
          </p:cNvSpPr>
          <p:nvPr>
            <p:ph type="title"/>
          </p:nvPr>
        </p:nvSpPr>
        <p:spPr>
          <a:xfrm>
            <a:off x="2800500" y="152400"/>
            <a:ext cx="3543000" cy="95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Top Booking </a:t>
            </a:r>
            <a:r>
              <a:rPr lang="en" dirty="0">
                <a:solidFill>
                  <a:schemeClr val="lt1"/>
                </a:solidFill>
              </a:rPr>
              <a:t>Year </a:t>
            </a:r>
            <a:endParaRPr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8" name="Google Shape;1038;p52"/>
          <p:cNvSpPr txBox="1">
            <a:spLocks noGrp="1"/>
          </p:cNvSpPr>
          <p:nvPr>
            <p:ph type="subTitle" idx="4294967295"/>
          </p:nvPr>
        </p:nvSpPr>
        <p:spPr>
          <a:xfrm>
            <a:off x="819150" y="1096600"/>
            <a:ext cx="7505700" cy="11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It can be summarised that in the year </a:t>
            </a:r>
            <a:r>
              <a:rPr lang="en" b="1"/>
              <a:t>2016 </a:t>
            </a:r>
            <a:r>
              <a:rPr lang="en"/>
              <a:t>both the hotel saw a </a:t>
            </a:r>
            <a:r>
              <a:rPr lang="en" b="1"/>
              <a:t>massive increase</a:t>
            </a:r>
            <a:r>
              <a:rPr lang="en"/>
              <a:t> in their </a:t>
            </a:r>
            <a:r>
              <a:rPr lang="en" b="1"/>
              <a:t>bookings </a:t>
            </a:r>
            <a:r>
              <a:rPr lang="en"/>
              <a:t>and by far the year </a:t>
            </a:r>
            <a:r>
              <a:rPr lang="en" b="1"/>
              <a:t>2016 </a:t>
            </a:r>
            <a:r>
              <a:rPr lang="en"/>
              <a:t>is the year of the</a:t>
            </a:r>
            <a:r>
              <a:rPr lang="en" b="1"/>
              <a:t> highest bookings</a:t>
            </a:r>
            <a:r>
              <a:rPr lang="en"/>
              <a:t> of </a:t>
            </a:r>
            <a:r>
              <a:rPr lang="en" b="1"/>
              <a:t>both hotel</a:t>
            </a:r>
            <a:r>
              <a:rPr lang="en"/>
              <a:t>. In </a:t>
            </a:r>
            <a:r>
              <a:rPr lang="en" b="1"/>
              <a:t>2016 </a:t>
            </a:r>
            <a:r>
              <a:rPr lang="en"/>
              <a:t>and </a:t>
            </a:r>
            <a:r>
              <a:rPr lang="en" b="1"/>
              <a:t>2017 </a:t>
            </a:r>
            <a:r>
              <a:rPr lang="en"/>
              <a:t>the </a:t>
            </a:r>
            <a:r>
              <a:rPr lang="en" b="1"/>
              <a:t>City hotel</a:t>
            </a:r>
            <a:r>
              <a:rPr lang="en"/>
              <a:t> is having the </a:t>
            </a:r>
            <a:r>
              <a:rPr lang="en" b="1"/>
              <a:t>highest </a:t>
            </a:r>
            <a:r>
              <a:rPr lang="en"/>
              <a:t>number of </a:t>
            </a:r>
            <a:r>
              <a:rPr lang="en" b="1"/>
              <a:t>bookings </a:t>
            </a:r>
            <a:r>
              <a:rPr lang="en"/>
              <a:t>but in </a:t>
            </a:r>
            <a:r>
              <a:rPr lang="en" b="1"/>
              <a:t>2015 </a:t>
            </a:r>
            <a:r>
              <a:rPr lang="en"/>
              <a:t>the </a:t>
            </a:r>
            <a:r>
              <a:rPr lang="en" b="1"/>
              <a:t>Resort hotel</a:t>
            </a:r>
            <a:r>
              <a:rPr lang="en"/>
              <a:t> is having the </a:t>
            </a:r>
            <a:r>
              <a:rPr lang="en" b="1"/>
              <a:t>highest </a:t>
            </a:r>
            <a:r>
              <a:rPr lang="en"/>
              <a:t>number of </a:t>
            </a:r>
            <a:r>
              <a:rPr lang="en" b="1"/>
              <a:t>bookings</a:t>
            </a:r>
            <a:r>
              <a:rPr lang="en"/>
              <a:t>.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E169220-FED1-D157-EABA-FD3653344E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7543" y="2251000"/>
            <a:ext cx="5638800" cy="282244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53"/>
          <p:cNvSpPr txBox="1">
            <a:spLocks noGrp="1"/>
          </p:cNvSpPr>
          <p:nvPr>
            <p:ph type="title"/>
          </p:nvPr>
        </p:nvSpPr>
        <p:spPr>
          <a:xfrm>
            <a:off x="2564100" y="457200"/>
            <a:ext cx="4015800" cy="63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Optimal</a:t>
            </a:r>
            <a:r>
              <a:rPr lang="en">
                <a:solidFill>
                  <a:schemeClr val="lt1"/>
                </a:solidFill>
              </a:rPr>
              <a:t> </a:t>
            </a:r>
            <a:r>
              <a:rPr lang="en"/>
              <a:t>Stay </a:t>
            </a:r>
            <a:r>
              <a:rPr lang="en">
                <a:solidFill>
                  <a:schemeClr val="lt1"/>
                </a:solidFill>
              </a:rPr>
              <a:t>Length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045" name="Google Shape;1045;p53"/>
          <p:cNvSpPr txBox="1"/>
          <p:nvPr/>
        </p:nvSpPr>
        <p:spPr>
          <a:xfrm>
            <a:off x="704250" y="1165800"/>
            <a:ext cx="7735500" cy="11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Char char="●"/>
            </a:pP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We have found that the </a:t>
            </a:r>
            <a:r>
              <a:rPr lang="en" b="1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Optimal stay 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in both the type hotel is less than</a:t>
            </a:r>
            <a:r>
              <a:rPr lang="en" b="1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 7 days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. So, after that </a:t>
            </a:r>
            <a:r>
              <a:rPr lang="en" b="1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staying numbers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 have </a:t>
            </a:r>
            <a:r>
              <a:rPr lang="en" b="1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declined 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drastically.</a:t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Char char="●"/>
            </a:pP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Customers usually </a:t>
            </a:r>
            <a:r>
              <a:rPr lang="en" b="1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prefers 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a </a:t>
            </a:r>
            <a:r>
              <a:rPr lang="en" b="1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one week stay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 in a hotel. So, hotels </a:t>
            </a:r>
            <a:r>
              <a:rPr lang="en" b="1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need to work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 efficiently in these </a:t>
            </a:r>
            <a:r>
              <a:rPr lang="en" b="1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seven days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 so that customers would </a:t>
            </a:r>
            <a:r>
              <a:rPr lang="en" b="1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return 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to the </a:t>
            </a:r>
            <a:r>
              <a:rPr lang="en" b="1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same hotel</a:t>
            </a:r>
            <a:r>
              <a:rPr lang="en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 again.</a:t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EA8072E-7A91-5330-21E9-78DA64144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2380500"/>
            <a:ext cx="5900058" cy="276299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54"/>
          <p:cNvSpPr txBox="1">
            <a:spLocks noGrp="1"/>
          </p:cNvSpPr>
          <p:nvPr>
            <p:ph type="title" idx="8"/>
          </p:nvPr>
        </p:nvSpPr>
        <p:spPr>
          <a:xfrm>
            <a:off x="2555400" y="0"/>
            <a:ext cx="4033200" cy="10053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Optimal</a:t>
            </a:r>
            <a:r>
              <a:rPr lang="en" dirty="0">
                <a:solidFill>
                  <a:schemeClr val="lt1"/>
                </a:solidFill>
              </a:rPr>
              <a:t> </a:t>
            </a:r>
            <a:r>
              <a:rPr lang="en" dirty="0"/>
              <a:t>Stay </a:t>
            </a:r>
            <a:r>
              <a:rPr lang="en" dirty="0">
                <a:solidFill>
                  <a:schemeClr val="lt1"/>
                </a:solidFill>
              </a:rPr>
              <a:t>Length</a:t>
            </a:r>
            <a:endParaRPr dirty="0"/>
          </a:p>
        </p:txBody>
      </p:sp>
      <p:sp>
        <p:nvSpPr>
          <p:cNvPr id="1052" name="Google Shape;1052;p54"/>
          <p:cNvSpPr txBox="1">
            <a:spLocks noGrp="1"/>
          </p:cNvSpPr>
          <p:nvPr>
            <p:ph type="subTitle" idx="3"/>
          </p:nvPr>
        </p:nvSpPr>
        <p:spPr>
          <a:xfrm>
            <a:off x="239486" y="1251858"/>
            <a:ext cx="8179864" cy="9035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From the week </a:t>
            </a:r>
            <a:r>
              <a:rPr lang="en" b="1" dirty="0"/>
              <a:t>28 to 31</a:t>
            </a:r>
            <a:r>
              <a:rPr lang="en" dirty="0"/>
              <a:t>, it has shown the </a:t>
            </a:r>
            <a:r>
              <a:rPr lang="en" b="1" dirty="0"/>
              <a:t>highest days</a:t>
            </a:r>
            <a:r>
              <a:rPr lang="en" dirty="0"/>
              <a:t> of </a:t>
            </a:r>
            <a:r>
              <a:rPr lang="en" b="1" dirty="0"/>
              <a:t>stay </a:t>
            </a:r>
            <a:r>
              <a:rPr lang="en" dirty="0"/>
              <a:t>whereas from the week </a:t>
            </a:r>
            <a:r>
              <a:rPr lang="en" b="1" dirty="0"/>
              <a:t>1 to 11</a:t>
            </a:r>
            <a:r>
              <a:rPr lang="en" dirty="0"/>
              <a:t> has shown a very steady trend in the </a:t>
            </a:r>
            <a:r>
              <a:rPr lang="en" b="1" dirty="0"/>
              <a:t>number of stays </a:t>
            </a:r>
            <a:r>
              <a:rPr lang="en" dirty="0"/>
              <a:t>and also the week </a:t>
            </a:r>
            <a:r>
              <a:rPr lang="en" b="1" dirty="0"/>
              <a:t>18 to 22</a:t>
            </a:r>
            <a:r>
              <a:rPr lang="en" dirty="0"/>
              <a:t> has shown the </a:t>
            </a:r>
            <a:r>
              <a:rPr lang="en" b="1" dirty="0"/>
              <a:t>least number of stays</a:t>
            </a:r>
            <a:r>
              <a:rPr lang="en" dirty="0"/>
              <a:t> by the visitors in aggregate of all </a:t>
            </a:r>
            <a:r>
              <a:rPr lang="en" b="1" dirty="0"/>
              <a:t>3 years</a:t>
            </a:r>
            <a:r>
              <a:rPr lang="en" dirty="0"/>
              <a:t> </a:t>
            </a:r>
            <a:r>
              <a:rPr lang="en" b="1" dirty="0"/>
              <a:t>2015</a:t>
            </a:r>
            <a:r>
              <a:rPr lang="en" dirty="0"/>
              <a:t>, </a:t>
            </a:r>
            <a:r>
              <a:rPr lang="en" b="1" dirty="0"/>
              <a:t>2016 </a:t>
            </a:r>
            <a:r>
              <a:rPr lang="en" dirty="0"/>
              <a:t>and </a:t>
            </a:r>
            <a:r>
              <a:rPr lang="en" b="1" dirty="0"/>
              <a:t>2017</a:t>
            </a:r>
            <a:r>
              <a:rPr lang="en" dirty="0"/>
              <a:t>.</a:t>
            </a:r>
            <a:endParaRPr dirty="0"/>
          </a:p>
        </p:txBody>
      </p:sp>
      <p:sp>
        <p:nvSpPr>
          <p:cNvPr id="1054" name="Google Shape;1054;p54"/>
          <p:cNvSpPr txBox="1"/>
          <p:nvPr/>
        </p:nvSpPr>
        <p:spPr>
          <a:xfrm>
            <a:off x="446314" y="903514"/>
            <a:ext cx="4202186" cy="348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Char char="➢"/>
            </a:pPr>
            <a:r>
              <a:rPr lang="en" sz="2400" dirty="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Week Wise Number of Stay</a:t>
            </a:r>
            <a:endParaRPr sz="2400" dirty="0"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E49C9F8-AE14-7650-79CC-CCBA25B317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886" y="2153143"/>
            <a:ext cx="6063343" cy="294044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55"/>
          <p:cNvSpPr txBox="1">
            <a:spLocks noGrp="1"/>
          </p:cNvSpPr>
          <p:nvPr>
            <p:ph type="title"/>
          </p:nvPr>
        </p:nvSpPr>
        <p:spPr>
          <a:xfrm>
            <a:off x="1806350" y="108856"/>
            <a:ext cx="5755800" cy="8164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Confirmation Vs </a:t>
            </a:r>
            <a:r>
              <a:rPr lang="en" dirty="0">
                <a:solidFill>
                  <a:schemeClr val="lt1"/>
                </a:solidFill>
              </a:rPr>
              <a:t>Cancellation</a:t>
            </a:r>
            <a:endParaRPr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60" name="Google Shape;1060;p55"/>
          <p:cNvSpPr txBox="1">
            <a:spLocks noGrp="1"/>
          </p:cNvSpPr>
          <p:nvPr>
            <p:ph type="subTitle" idx="4294967295"/>
          </p:nvPr>
        </p:nvSpPr>
        <p:spPr>
          <a:xfrm>
            <a:off x="599550" y="925285"/>
            <a:ext cx="7944900" cy="11430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More than</a:t>
            </a:r>
            <a:r>
              <a:rPr lang="en" b="1" dirty="0"/>
              <a:t> 1/4th</a:t>
            </a:r>
            <a:r>
              <a:rPr lang="en" dirty="0"/>
              <a:t> of the </a:t>
            </a:r>
            <a:r>
              <a:rPr lang="en" b="1" dirty="0"/>
              <a:t>overall bookings</a:t>
            </a:r>
            <a:r>
              <a:rPr lang="en" dirty="0"/>
              <a:t> i.e. approx. </a:t>
            </a:r>
            <a:r>
              <a:rPr lang="en" b="1" dirty="0"/>
              <a:t>27.5%</a:t>
            </a:r>
            <a:r>
              <a:rPr lang="en" dirty="0"/>
              <a:t> of the tickets was got </a:t>
            </a:r>
            <a:r>
              <a:rPr lang="en" b="1" dirty="0"/>
              <a:t>canceled</a:t>
            </a:r>
            <a:r>
              <a:rPr lang="en" dirty="0"/>
              <a:t>.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We can clearly deduce from the 2nd graph that the </a:t>
            </a:r>
            <a:r>
              <a:rPr lang="en" b="1" dirty="0"/>
              <a:t>City hotel</a:t>
            </a:r>
            <a:r>
              <a:rPr lang="en" dirty="0"/>
              <a:t> is having </a:t>
            </a:r>
            <a:r>
              <a:rPr lang="en" b="1" dirty="0"/>
              <a:t>greater</a:t>
            </a:r>
            <a:r>
              <a:rPr lang="en" dirty="0"/>
              <a:t> number of </a:t>
            </a:r>
            <a:r>
              <a:rPr lang="en" b="1" dirty="0"/>
              <a:t>bookings </a:t>
            </a:r>
            <a:r>
              <a:rPr lang="en" dirty="0"/>
              <a:t>as compared to </a:t>
            </a:r>
            <a:r>
              <a:rPr lang="en" b="1" dirty="0"/>
              <a:t>Resort hotel</a:t>
            </a:r>
            <a:r>
              <a:rPr lang="en" dirty="0"/>
              <a:t>. But, the</a:t>
            </a:r>
            <a:r>
              <a:rPr lang="en" b="1" dirty="0"/>
              <a:t> cancelation percentage</a:t>
            </a:r>
            <a:r>
              <a:rPr lang="en" dirty="0"/>
              <a:t> is also </a:t>
            </a:r>
            <a:r>
              <a:rPr lang="en" b="1" dirty="0"/>
              <a:t>high</a:t>
            </a:r>
            <a:r>
              <a:rPr lang="en" dirty="0"/>
              <a:t> of the </a:t>
            </a:r>
            <a:r>
              <a:rPr lang="en" b="1" dirty="0"/>
              <a:t>City Hotel</a:t>
            </a:r>
            <a:r>
              <a:rPr lang="en" dirty="0"/>
              <a:t>.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536DF9E-8762-9E9F-8393-0A70A212B9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378" y="2035628"/>
            <a:ext cx="7020451" cy="310589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56"/>
          <p:cNvSpPr txBox="1">
            <a:spLocks noGrp="1"/>
          </p:cNvSpPr>
          <p:nvPr>
            <p:ph type="title"/>
          </p:nvPr>
        </p:nvSpPr>
        <p:spPr>
          <a:xfrm>
            <a:off x="1074150" y="76200"/>
            <a:ext cx="6995700" cy="8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Mostly Arrived</a:t>
            </a:r>
            <a:r>
              <a:rPr lang="en" dirty="0">
                <a:solidFill>
                  <a:schemeClr val="lt1"/>
                </a:solidFill>
              </a:rPr>
              <a:t> Customers/ Visitors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68" name="Google Shape;1068;p56"/>
          <p:cNvSpPr txBox="1"/>
          <p:nvPr/>
        </p:nvSpPr>
        <p:spPr>
          <a:xfrm>
            <a:off x="1074150" y="968830"/>
            <a:ext cx="7052400" cy="680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Char char="●"/>
            </a:pPr>
            <a:r>
              <a:rPr lang="en" dirty="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It can be summarized that the </a:t>
            </a:r>
            <a:r>
              <a:rPr lang="en" b="1" dirty="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Transient</a:t>
            </a:r>
            <a:r>
              <a:rPr lang="en" dirty="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 type of </a:t>
            </a:r>
            <a:r>
              <a:rPr lang="en" b="1" dirty="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customers </a:t>
            </a:r>
            <a:r>
              <a:rPr lang="en" dirty="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visit the </a:t>
            </a:r>
            <a:r>
              <a:rPr lang="en" b="1" dirty="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most </a:t>
            </a:r>
            <a:r>
              <a:rPr lang="en" dirty="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whereas the visitors who are in group comes in the category of </a:t>
            </a:r>
            <a:r>
              <a:rPr lang="en" b="1" dirty="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least visitors</a:t>
            </a:r>
            <a:r>
              <a:rPr lang="en" dirty="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  <a:endParaRPr dirty="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0FA0D5-7AE9-272A-9545-09147DF230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450" y="1648986"/>
            <a:ext cx="7052400" cy="329737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58"/>
          <p:cNvSpPr txBox="1">
            <a:spLocks noGrp="1"/>
          </p:cNvSpPr>
          <p:nvPr>
            <p:ph type="title"/>
          </p:nvPr>
        </p:nvSpPr>
        <p:spPr>
          <a:xfrm>
            <a:off x="1329342" y="0"/>
            <a:ext cx="7009115" cy="87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Overall</a:t>
            </a:r>
            <a:r>
              <a:rPr lang="en" dirty="0">
                <a:solidFill>
                  <a:schemeClr val="lt1"/>
                </a:solidFill>
              </a:rPr>
              <a:t> Stats (Co-relation Heatmap)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D2E6C5-4904-CDB5-15F9-1FC9E98477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543" y="841431"/>
            <a:ext cx="7151495" cy="430178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59"/>
          <p:cNvSpPr txBox="1">
            <a:spLocks noGrp="1"/>
          </p:cNvSpPr>
          <p:nvPr>
            <p:ph type="title"/>
          </p:nvPr>
        </p:nvSpPr>
        <p:spPr>
          <a:xfrm>
            <a:off x="1632857" y="0"/>
            <a:ext cx="6646117" cy="8817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lt1"/>
                </a:solidFill>
              </a:rPr>
              <a:t>Insight Found from</a:t>
            </a:r>
            <a:r>
              <a:rPr lang="en-US" sz="3200" dirty="0">
                <a:solidFill>
                  <a:schemeClr val="tx1"/>
                </a:solidFill>
              </a:rPr>
              <a:t> the Heat Map</a:t>
            </a:r>
            <a:endParaRPr sz="3200" dirty="0">
              <a:solidFill>
                <a:schemeClr val="tx1"/>
              </a:solidFill>
            </a:endParaRPr>
          </a:p>
        </p:txBody>
      </p:sp>
      <p:sp>
        <p:nvSpPr>
          <p:cNvPr id="1091" name="Google Shape;1091;p59"/>
          <p:cNvSpPr txBox="1"/>
          <p:nvPr/>
        </p:nvSpPr>
        <p:spPr>
          <a:xfrm>
            <a:off x="119742" y="708580"/>
            <a:ext cx="9024257" cy="4278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indent="-285750" algn="l">
              <a:buFont typeface="Wingdings" pitchFamily="2" charset="2"/>
              <a:buChar char="v"/>
            </a:pPr>
            <a:r>
              <a:rPr lang="en-IN" b="1" i="0" dirty="0">
                <a:effectLst/>
                <a:latin typeface="system-ui"/>
              </a:rPr>
              <a:t>Highly correlated:</a:t>
            </a:r>
            <a:endParaRPr lang="en-IN" b="0" i="0" dirty="0">
              <a:effectLst/>
              <a:latin typeface="system-ui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system-ui"/>
              </a:rPr>
              <a:t>'</a:t>
            </a:r>
            <a:r>
              <a:rPr lang="en-IN" b="1" i="0" dirty="0" err="1">
                <a:effectLst/>
                <a:latin typeface="system-ui"/>
              </a:rPr>
              <a:t>stays_in_weekend_nights</a:t>
            </a:r>
            <a:r>
              <a:rPr lang="en-IN" b="1" i="0" dirty="0">
                <a:effectLst/>
                <a:latin typeface="system-ui"/>
              </a:rPr>
              <a:t>' and '</a:t>
            </a:r>
            <a:r>
              <a:rPr lang="en-IN" b="1" i="0" dirty="0" err="1">
                <a:effectLst/>
                <a:latin typeface="system-ui"/>
              </a:rPr>
              <a:t>stays_in_week_nights</a:t>
            </a:r>
            <a:r>
              <a:rPr lang="en-IN" b="1" i="0" dirty="0">
                <a:effectLst/>
                <a:latin typeface="system-ui"/>
              </a:rPr>
              <a:t>':</a:t>
            </a:r>
            <a:r>
              <a:rPr lang="en-IN" b="0" i="0" dirty="0">
                <a:effectLst/>
                <a:latin typeface="system-ui"/>
              </a:rPr>
              <a:t> A strong positive correlation of 0.55 suggests that longer weekend stays are often associated with longer weeknight stays.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system-ui"/>
              </a:rPr>
              <a:t>'</a:t>
            </a:r>
            <a:r>
              <a:rPr lang="en-IN" b="1" i="0" dirty="0" err="1">
                <a:effectLst/>
                <a:latin typeface="system-ui"/>
              </a:rPr>
              <a:t>total_of_special_requests</a:t>
            </a:r>
            <a:r>
              <a:rPr lang="en-IN" b="1" i="0" dirty="0">
                <a:effectLst/>
                <a:latin typeface="system-ui"/>
              </a:rPr>
              <a:t>' and '</a:t>
            </a:r>
            <a:r>
              <a:rPr lang="en-IN" b="1" i="0" dirty="0" err="1">
                <a:effectLst/>
                <a:latin typeface="system-ui"/>
              </a:rPr>
              <a:t>Total_Stays</a:t>
            </a:r>
            <a:r>
              <a:rPr lang="en-IN" b="1" i="0" dirty="0">
                <a:effectLst/>
                <a:latin typeface="system-ui"/>
              </a:rPr>
              <a:t>':</a:t>
            </a:r>
            <a:r>
              <a:rPr lang="en-IN" b="0" i="0" dirty="0">
                <a:effectLst/>
                <a:latin typeface="system-ui"/>
              </a:rPr>
              <a:t> A positive correlation of 0.78 indicates that guests making more special requests tend to stay longer.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system-ui"/>
              </a:rPr>
              <a:t>'</a:t>
            </a:r>
            <a:r>
              <a:rPr lang="en-IN" b="1" i="0" dirty="0" err="1">
                <a:effectLst/>
                <a:latin typeface="system-ui"/>
              </a:rPr>
              <a:t>Total_Stays</a:t>
            </a:r>
            <a:r>
              <a:rPr lang="en-IN" b="1" i="0" dirty="0">
                <a:effectLst/>
                <a:latin typeface="system-ui"/>
              </a:rPr>
              <a:t>' and '</a:t>
            </a:r>
            <a:r>
              <a:rPr lang="en-IN" b="1" i="0" dirty="0" err="1">
                <a:effectLst/>
                <a:latin typeface="system-ui"/>
              </a:rPr>
              <a:t>Total_Member</a:t>
            </a:r>
            <a:r>
              <a:rPr lang="en-IN" b="1" i="0" dirty="0">
                <a:effectLst/>
                <a:latin typeface="system-ui"/>
              </a:rPr>
              <a:t>':</a:t>
            </a:r>
            <a:r>
              <a:rPr lang="en-IN" b="0" i="0" dirty="0">
                <a:effectLst/>
                <a:latin typeface="system-ui"/>
              </a:rPr>
              <a:t> A positive correlation of 0.95 suggests that the number of stays is highly related to the number of total members in the group.</a:t>
            </a:r>
          </a:p>
          <a:p>
            <a:pPr marL="285750" indent="-285750" algn="l">
              <a:buFont typeface="Wingdings" pitchFamily="2" charset="2"/>
              <a:buChar char="v"/>
            </a:pPr>
            <a:r>
              <a:rPr lang="en-IN" b="1" i="0" dirty="0">
                <a:effectLst/>
                <a:latin typeface="system-ui"/>
              </a:rPr>
              <a:t>Moderately correlated:</a:t>
            </a:r>
            <a:endParaRPr lang="en-IN" b="0" i="0" dirty="0">
              <a:effectLst/>
              <a:latin typeface="system-ui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system-ui"/>
              </a:rPr>
              <a:t>'</a:t>
            </a:r>
            <a:r>
              <a:rPr lang="en-IN" b="1" i="0" dirty="0" err="1">
                <a:effectLst/>
                <a:latin typeface="system-ui"/>
              </a:rPr>
              <a:t>lead_time</a:t>
            </a:r>
            <a:r>
              <a:rPr lang="en-IN" b="1" i="0" dirty="0">
                <a:effectLst/>
                <a:latin typeface="system-ui"/>
              </a:rPr>
              <a:t>' and '</a:t>
            </a:r>
            <a:r>
              <a:rPr lang="en-IN" b="1" i="0" dirty="0" err="1">
                <a:effectLst/>
                <a:latin typeface="system-ui"/>
              </a:rPr>
              <a:t>stays_in_week_nights</a:t>
            </a:r>
            <a:r>
              <a:rPr lang="en-IN" b="1" i="0" dirty="0">
                <a:effectLst/>
                <a:latin typeface="system-ui"/>
              </a:rPr>
              <a:t>':</a:t>
            </a:r>
            <a:r>
              <a:rPr lang="en-IN" b="0" i="0" dirty="0">
                <a:effectLst/>
                <a:latin typeface="system-ui"/>
              </a:rPr>
              <a:t> A positive correlation of 0.31 indicates that bookings made further in advance are more likely to involve longer weeknight stays.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system-ui"/>
              </a:rPr>
              <a:t>'</a:t>
            </a:r>
            <a:r>
              <a:rPr lang="en-IN" b="1" i="0" dirty="0" err="1">
                <a:effectLst/>
                <a:latin typeface="system-ui"/>
              </a:rPr>
              <a:t>lead_time</a:t>
            </a:r>
            <a:r>
              <a:rPr lang="en-IN" b="1" i="0" dirty="0">
                <a:effectLst/>
                <a:latin typeface="system-ui"/>
              </a:rPr>
              <a:t>' and '</a:t>
            </a:r>
            <a:r>
              <a:rPr lang="en-IN" b="1" i="0" dirty="0" err="1">
                <a:effectLst/>
                <a:latin typeface="system-ui"/>
              </a:rPr>
              <a:t>Total_Stays</a:t>
            </a:r>
            <a:r>
              <a:rPr lang="en-IN" b="1" i="0" dirty="0">
                <a:effectLst/>
                <a:latin typeface="system-ui"/>
              </a:rPr>
              <a:t>':</a:t>
            </a:r>
            <a:r>
              <a:rPr lang="en-IN" b="0" i="0" dirty="0">
                <a:effectLst/>
                <a:latin typeface="system-ui"/>
              </a:rPr>
              <a:t> A positive correlation of 0.32 suggests that longer lead times are associated with more stays overall.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system-ui"/>
              </a:rPr>
              <a:t>'</a:t>
            </a:r>
            <a:r>
              <a:rPr lang="en-IN" b="1" i="0" dirty="0" err="1">
                <a:effectLst/>
                <a:latin typeface="system-ui"/>
              </a:rPr>
              <a:t>days_in_waiting_list</a:t>
            </a:r>
            <a:r>
              <a:rPr lang="en-IN" b="1" i="0" dirty="0">
                <a:effectLst/>
                <a:latin typeface="system-ui"/>
              </a:rPr>
              <a:t>' and '</a:t>
            </a:r>
            <a:r>
              <a:rPr lang="en-IN" b="1" i="0" dirty="0" err="1">
                <a:effectLst/>
                <a:latin typeface="system-ui"/>
              </a:rPr>
              <a:t>Total_Stays</a:t>
            </a:r>
            <a:r>
              <a:rPr lang="en-IN" b="1" i="0" dirty="0">
                <a:effectLst/>
                <a:latin typeface="system-ui"/>
              </a:rPr>
              <a:t>':</a:t>
            </a:r>
            <a:r>
              <a:rPr lang="en-IN" b="0" i="0" dirty="0">
                <a:effectLst/>
                <a:latin typeface="system-ui"/>
              </a:rPr>
              <a:t> A positive correlation of 0.38 implies that a longer waiting list might indicate a longer stay.</a:t>
            </a:r>
          </a:p>
          <a:p>
            <a:pPr marL="285750" indent="-285750" algn="l">
              <a:buFont typeface="Wingdings" pitchFamily="2" charset="2"/>
              <a:buChar char="v"/>
            </a:pPr>
            <a:r>
              <a:rPr lang="en-IN" b="1" i="0" dirty="0">
                <a:effectLst/>
                <a:latin typeface="system-ui"/>
              </a:rPr>
              <a:t>Weakly correlated:</a:t>
            </a:r>
            <a:endParaRPr lang="en-IN" b="0" i="0" dirty="0">
              <a:effectLst/>
              <a:latin typeface="system-ui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system-ui"/>
              </a:rPr>
              <a:t>'</a:t>
            </a:r>
            <a:r>
              <a:rPr lang="en-IN" b="1" i="0" dirty="0" err="1">
                <a:effectLst/>
                <a:latin typeface="system-ui"/>
              </a:rPr>
              <a:t>is_canceled</a:t>
            </a:r>
            <a:r>
              <a:rPr lang="en-IN" b="1" i="0" dirty="0">
                <a:effectLst/>
                <a:latin typeface="system-ui"/>
              </a:rPr>
              <a:t>' and '</a:t>
            </a:r>
            <a:r>
              <a:rPr lang="en-IN" b="1" i="0" dirty="0" err="1">
                <a:effectLst/>
                <a:latin typeface="system-ui"/>
              </a:rPr>
              <a:t>lead_time</a:t>
            </a:r>
            <a:r>
              <a:rPr lang="en-IN" b="1" i="0" dirty="0">
                <a:effectLst/>
                <a:latin typeface="system-ui"/>
              </a:rPr>
              <a:t>':</a:t>
            </a:r>
            <a:r>
              <a:rPr lang="en-IN" b="0" i="0" dirty="0">
                <a:effectLst/>
                <a:latin typeface="system-ui"/>
              </a:rPr>
              <a:t> A positive correlation of 0.18, suggesting a slight tendency for cancellations to occur with longer lead times.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system-ui"/>
              </a:rPr>
              <a:t>'adults' and '</a:t>
            </a:r>
            <a:r>
              <a:rPr lang="en-IN" b="1" i="0" dirty="0" err="1">
                <a:effectLst/>
                <a:latin typeface="system-ui"/>
              </a:rPr>
              <a:t>Total_Stays</a:t>
            </a:r>
            <a:r>
              <a:rPr lang="en-IN" b="1" i="0" dirty="0">
                <a:effectLst/>
                <a:latin typeface="system-ui"/>
              </a:rPr>
              <a:t>':</a:t>
            </a:r>
            <a:r>
              <a:rPr lang="en-IN" b="0" i="0" dirty="0">
                <a:effectLst/>
                <a:latin typeface="system-ui"/>
              </a:rPr>
              <a:t> A positive correlation of 0.11, indicating a slight tendency for more adults in a group to be associated with a longer stay.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60"/>
          <p:cNvSpPr txBox="1">
            <a:spLocks noGrp="1"/>
          </p:cNvSpPr>
          <p:nvPr>
            <p:ph type="title"/>
          </p:nvPr>
        </p:nvSpPr>
        <p:spPr>
          <a:xfrm>
            <a:off x="720000" y="141514"/>
            <a:ext cx="2464200" cy="9381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</a:t>
            </a:r>
            <a:endParaRPr dirty="0"/>
          </a:p>
        </p:txBody>
      </p:sp>
      <p:sp>
        <p:nvSpPr>
          <p:cNvPr id="1098" name="Google Shape;1098;p60"/>
          <p:cNvSpPr txBox="1"/>
          <p:nvPr/>
        </p:nvSpPr>
        <p:spPr>
          <a:xfrm>
            <a:off x="764042" y="1020529"/>
            <a:ext cx="7084557" cy="4062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indent="-285750" algn="l">
              <a:buFont typeface="Wingdings" pitchFamily="2" charset="2"/>
              <a:buChar char="v"/>
            </a:pPr>
            <a:r>
              <a:rPr lang="en-IN" b="1" i="0" dirty="0">
                <a:effectLst/>
                <a:latin typeface="system-ui"/>
              </a:rPr>
              <a:t>City Hotels Are Most Preferred</a:t>
            </a:r>
            <a:r>
              <a:rPr lang="en-IN" b="0" i="0" dirty="0">
                <a:effectLst/>
                <a:latin typeface="system-ui"/>
              </a:rPr>
              <a:t>:</a:t>
            </a:r>
            <a:br>
              <a:rPr lang="en-IN" b="0" i="0" dirty="0">
                <a:effectLst/>
                <a:latin typeface="system-ui"/>
              </a:rPr>
            </a:br>
            <a:r>
              <a:rPr lang="en-IN" b="0" i="0" dirty="0">
                <a:effectLst/>
                <a:latin typeface="system-ui"/>
              </a:rPr>
              <a:t>City hotels are the busiest compared to resort hotels, making them the most preferred hotel type by guests.</a:t>
            </a:r>
          </a:p>
          <a:p>
            <a:pPr marL="285750" indent="-285750" algn="l">
              <a:buFont typeface="Wingdings" pitchFamily="2" charset="2"/>
              <a:buChar char="v"/>
            </a:pPr>
            <a:r>
              <a:rPr lang="en-IN" b="1" i="0" dirty="0">
                <a:effectLst/>
                <a:latin typeface="system-ui"/>
              </a:rPr>
              <a:t>Higher Revenue for City Hotels</a:t>
            </a:r>
            <a:r>
              <a:rPr lang="en-IN" b="0" i="0" dirty="0">
                <a:effectLst/>
                <a:latin typeface="system-ui"/>
              </a:rPr>
              <a:t>:</a:t>
            </a:r>
            <a:br>
              <a:rPr lang="en-IN" b="0" i="0" dirty="0">
                <a:effectLst/>
                <a:latin typeface="system-ui"/>
              </a:rPr>
            </a:br>
            <a:r>
              <a:rPr lang="en-IN" b="0" i="0" dirty="0">
                <a:effectLst/>
                <a:latin typeface="system-ui"/>
              </a:rPr>
              <a:t>The average ADR (Average Daily Rate) for city hotels is higher than that of resort hotels, indicating that city hotels generate more revenue.</a:t>
            </a:r>
          </a:p>
          <a:p>
            <a:pPr marL="285750" indent="-285750" algn="l">
              <a:buFont typeface="Wingdings" pitchFamily="2" charset="2"/>
              <a:buChar char="v"/>
            </a:pPr>
            <a:r>
              <a:rPr lang="en-IN" b="1" i="0" dirty="0">
                <a:effectLst/>
                <a:latin typeface="system-ui"/>
              </a:rPr>
              <a:t>Total Stay and ADR Relationship</a:t>
            </a:r>
            <a:r>
              <a:rPr lang="en-IN" b="0" i="0" dirty="0">
                <a:effectLst/>
                <a:latin typeface="system-ui"/>
              </a:rPr>
              <a:t>:</a:t>
            </a:r>
            <a:br>
              <a:rPr lang="en-IN" b="0" i="0" dirty="0">
                <a:effectLst/>
                <a:latin typeface="system-ui"/>
              </a:rPr>
            </a:br>
            <a:r>
              <a:rPr lang="en-IN" b="0" i="0" dirty="0">
                <a:effectLst/>
                <a:latin typeface="system-ui"/>
              </a:rPr>
              <a:t>The total stay of guests is directly proportional to ADR. Longer stays result in higher ADR and increased revenue.</a:t>
            </a:r>
          </a:p>
          <a:p>
            <a:pPr marL="285750" indent="-285750" algn="l">
              <a:buFont typeface="Wingdings" pitchFamily="2" charset="2"/>
              <a:buChar char="v"/>
            </a:pPr>
            <a:r>
              <a:rPr lang="en-IN" b="1" i="0" dirty="0">
                <a:effectLst/>
                <a:latin typeface="system-ui"/>
              </a:rPr>
              <a:t>Low Guest Retention</a:t>
            </a:r>
            <a:r>
              <a:rPr lang="en-IN" b="0" i="0" dirty="0">
                <a:effectLst/>
                <a:latin typeface="system-ui"/>
              </a:rPr>
              <a:t>:</a:t>
            </a:r>
            <a:br>
              <a:rPr lang="en-IN" b="0" i="0" dirty="0">
                <a:effectLst/>
                <a:latin typeface="system-ui"/>
              </a:rPr>
            </a:br>
            <a:r>
              <a:rPr lang="en-IN" b="0" i="0" dirty="0">
                <a:effectLst/>
                <a:latin typeface="system-ui"/>
              </a:rPr>
              <a:t>Only </a:t>
            </a:r>
            <a:r>
              <a:rPr lang="en-IN" b="1" i="0" dirty="0">
                <a:effectLst/>
                <a:latin typeface="system-ui"/>
              </a:rPr>
              <a:t>3.9%</a:t>
            </a:r>
            <a:r>
              <a:rPr lang="en-IN" b="0" i="0" dirty="0">
                <a:effectLst/>
                <a:latin typeface="system-ui"/>
              </a:rPr>
              <a:t> of guests are repeat customers, while </a:t>
            </a:r>
            <a:r>
              <a:rPr lang="en-IN" b="1" i="0" dirty="0">
                <a:effectLst/>
                <a:latin typeface="system-ui"/>
              </a:rPr>
              <a:t>96.1%</a:t>
            </a:r>
            <a:r>
              <a:rPr lang="en-IN" b="0" i="0" dirty="0">
                <a:effectLst/>
                <a:latin typeface="system-ui"/>
              </a:rPr>
              <a:t> are new guests, indicating a low retention rate.</a:t>
            </a:r>
          </a:p>
          <a:p>
            <a:pPr marL="285750" indent="-285750" algn="l">
              <a:buFont typeface="Wingdings" pitchFamily="2" charset="2"/>
              <a:buChar char="v"/>
            </a:pPr>
            <a:r>
              <a:rPr lang="en-IN" b="1" i="0" dirty="0">
                <a:effectLst/>
                <a:latin typeface="system-ui"/>
              </a:rPr>
              <a:t>Low Demand for Car Parking</a:t>
            </a:r>
            <a:r>
              <a:rPr lang="en-IN" b="0" i="0" dirty="0">
                <a:effectLst/>
                <a:latin typeface="system-ui"/>
              </a:rPr>
              <a:t>:</a:t>
            </a:r>
            <a:br>
              <a:rPr lang="en-IN" b="0" i="0" dirty="0">
                <a:effectLst/>
                <a:latin typeface="system-ui"/>
              </a:rPr>
            </a:br>
            <a:r>
              <a:rPr lang="en-IN" b="0" i="0" dirty="0">
                <a:effectLst/>
                <a:latin typeface="system-ui"/>
              </a:rPr>
              <a:t>Only </a:t>
            </a:r>
            <a:r>
              <a:rPr lang="en-IN" b="1" i="0" dirty="0">
                <a:effectLst/>
                <a:latin typeface="system-ui"/>
              </a:rPr>
              <a:t>8.4%</a:t>
            </a:r>
            <a:r>
              <a:rPr lang="en-IN" b="0" i="0" dirty="0">
                <a:effectLst/>
                <a:latin typeface="system-ui"/>
              </a:rPr>
              <a:t> of guests require car parking spaces. This shows that limited parking availability does not significantly impact the business.</a:t>
            </a:r>
          </a:p>
          <a:p>
            <a:pPr marL="285750" indent="-285750" algn="l">
              <a:buFont typeface="Wingdings" pitchFamily="2" charset="2"/>
              <a:buChar char="v"/>
            </a:pPr>
            <a:r>
              <a:rPr lang="en-IN" b="1" i="0" dirty="0">
                <a:effectLst/>
                <a:latin typeface="system-ui"/>
              </a:rPr>
              <a:t>Preferred Meal Type</a:t>
            </a:r>
            <a:r>
              <a:rPr lang="en-IN" b="0" i="0" dirty="0">
                <a:effectLst/>
                <a:latin typeface="system-ui"/>
              </a:rPr>
              <a:t>:</a:t>
            </a:r>
            <a:br>
              <a:rPr lang="en-IN" b="0" i="0" dirty="0">
                <a:effectLst/>
                <a:latin typeface="system-ui"/>
              </a:rPr>
            </a:br>
            <a:r>
              <a:rPr lang="en-IN" b="0" i="0" dirty="0">
                <a:effectLst/>
                <a:latin typeface="system-ui"/>
              </a:rPr>
              <a:t>Among meal types, </a:t>
            </a:r>
            <a:r>
              <a:rPr lang="en-IN" b="1" i="0" dirty="0">
                <a:effectLst/>
                <a:latin typeface="system-ui"/>
              </a:rPr>
              <a:t>BB (Bed &amp; Breakfast)</a:t>
            </a:r>
            <a:r>
              <a:rPr lang="en-IN" b="0" i="0" dirty="0">
                <a:effectLst/>
                <a:latin typeface="system-ui"/>
              </a:rPr>
              <a:t> is the most preferred by guests, indicating their inclination towards simple and convenient meal plans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61"/>
          <p:cNvSpPr txBox="1">
            <a:spLocks noGrp="1"/>
          </p:cNvSpPr>
          <p:nvPr>
            <p:ph type="title" idx="13"/>
          </p:nvPr>
        </p:nvSpPr>
        <p:spPr>
          <a:xfrm>
            <a:off x="643800" y="0"/>
            <a:ext cx="2433300" cy="94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105" name="Google Shape;1105;p61"/>
          <p:cNvSpPr txBox="1"/>
          <p:nvPr/>
        </p:nvSpPr>
        <p:spPr>
          <a:xfrm>
            <a:off x="440535" y="838554"/>
            <a:ext cx="8442207" cy="438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indent="-285750" algn="l">
              <a:buFont typeface="Wingdings" pitchFamily="2" charset="2"/>
              <a:buChar char="v"/>
            </a:pPr>
            <a:r>
              <a:rPr lang="en-IN" b="1" i="0" dirty="0">
                <a:effectLst/>
                <a:latin typeface="system-ui"/>
              </a:rPr>
              <a:t>Distribution Channel Contributions to ADR</a:t>
            </a:r>
            <a:r>
              <a:rPr lang="en-IN" b="0" i="0" dirty="0">
                <a:effectLst/>
                <a:latin typeface="system-ui"/>
              </a:rPr>
              <a:t>:</a:t>
            </a:r>
          </a:p>
          <a:p>
            <a:pPr marL="800100" indent="-342900">
              <a:buFont typeface="+mj-lt"/>
              <a:buAutoNum type="arabicPeriod"/>
            </a:pPr>
            <a:r>
              <a:rPr lang="en-IN" b="1" i="0" dirty="0">
                <a:effectLst/>
                <a:latin typeface="system-ui"/>
              </a:rPr>
              <a:t>Direct bookings</a:t>
            </a:r>
            <a:r>
              <a:rPr lang="en-IN" b="0" i="0" dirty="0">
                <a:effectLst/>
                <a:latin typeface="system-ui"/>
              </a:rPr>
              <a:t> and </a:t>
            </a:r>
            <a:r>
              <a:rPr lang="en-IN" b="1" i="0" dirty="0">
                <a:effectLst/>
                <a:latin typeface="system-ui"/>
              </a:rPr>
              <a:t>TA/TO</a:t>
            </a:r>
            <a:r>
              <a:rPr lang="en-IN" b="0" i="0" dirty="0">
                <a:effectLst/>
                <a:latin typeface="system-ui"/>
              </a:rPr>
              <a:t> (Travel Agents/Tour Operators) have nearly equal contributions to ADR for both city and resort hotels.</a:t>
            </a:r>
          </a:p>
          <a:p>
            <a:pPr marL="800100" indent="-342900">
              <a:buFont typeface="+mj-lt"/>
              <a:buAutoNum type="arabicPeriod"/>
            </a:pPr>
            <a:r>
              <a:rPr lang="en-IN" b="1" i="0" dirty="0">
                <a:effectLst/>
                <a:latin typeface="system-ui"/>
              </a:rPr>
              <a:t>GDS (Global Distribution System)</a:t>
            </a:r>
            <a:r>
              <a:rPr lang="en-IN" b="0" i="0" dirty="0">
                <a:effectLst/>
                <a:latin typeface="system-ui"/>
              </a:rPr>
              <a:t> significantly contributes to ADR in city hotels.</a:t>
            </a:r>
          </a:p>
          <a:p>
            <a:pPr marL="285750" indent="-285750" algn="l">
              <a:buFont typeface="Wingdings" pitchFamily="2" charset="2"/>
              <a:buChar char="v"/>
            </a:pPr>
            <a:r>
              <a:rPr lang="en-IN" b="1" i="0" dirty="0">
                <a:effectLst/>
                <a:latin typeface="system-ui"/>
              </a:rPr>
              <a:t>Optimal Stay Length</a:t>
            </a:r>
            <a:r>
              <a:rPr lang="en-IN" b="0" i="0" dirty="0">
                <a:effectLst/>
                <a:latin typeface="system-ui"/>
              </a:rPr>
              <a:t>:</a:t>
            </a:r>
            <a:br>
              <a:rPr lang="en-IN" b="0" i="0" dirty="0">
                <a:effectLst/>
                <a:latin typeface="system-ui"/>
              </a:rPr>
            </a:br>
            <a:r>
              <a:rPr lang="en-IN" b="0" i="0" dirty="0">
                <a:effectLst/>
                <a:latin typeface="system-ui"/>
              </a:rPr>
              <a:t>Guests typically stay for </a:t>
            </a:r>
            <a:r>
              <a:rPr lang="en-IN" b="1" i="0" dirty="0">
                <a:effectLst/>
                <a:latin typeface="system-ui"/>
              </a:rPr>
              <a:t>less than 7 days</a:t>
            </a:r>
            <a:r>
              <a:rPr lang="en-IN" b="0" i="0" dirty="0">
                <a:effectLst/>
                <a:latin typeface="system-ui"/>
              </a:rPr>
              <a:t> in both city and resort hotels. Stays longer than a week show a steep decline in frequency.</a:t>
            </a:r>
          </a:p>
          <a:p>
            <a:pPr marL="285750" indent="-285750" algn="l">
              <a:buFont typeface="Wingdings" pitchFamily="2" charset="2"/>
              <a:buChar char="v"/>
            </a:pPr>
            <a:r>
              <a:rPr lang="en-IN" b="1" i="0" dirty="0">
                <a:effectLst/>
                <a:latin typeface="system-ui"/>
              </a:rPr>
              <a:t>Popular Months for Bookings</a:t>
            </a:r>
            <a:r>
              <a:rPr lang="en-IN" b="0" i="0" dirty="0">
                <a:effectLst/>
                <a:latin typeface="system-ui"/>
              </a:rPr>
              <a:t>:</a:t>
            </a:r>
            <a:br>
              <a:rPr lang="en-IN" b="0" i="0" dirty="0">
                <a:effectLst/>
                <a:latin typeface="system-ui"/>
              </a:rPr>
            </a:br>
            <a:r>
              <a:rPr lang="en-IN" b="0" i="0" dirty="0">
                <a:effectLst/>
                <a:latin typeface="system-ui"/>
              </a:rPr>
              <a:t>The majority of bookings occur in </a:t>
            </a:r>
            <a:r>
              <a:rPr lang="en-IN" b="1" i="0" dirty="0">
                <a:effectLst/>
                <a:latin typeface="system-ui"/>
              </a:rPr>
              <a:t>July and August</a:t>
            </a:r>
            <a:r>
              <a:rPr lang="en-IN" b="0" i="0" dirty="0">
                <a:effectLst/>
                <a:latin typeface="system-ui"/>
              </a:rPr>
              <a:t>, making these the busiest months for hotels.</a:t>
            </a:r>
          </a:p>
          <a:p>
            <a:pPr marL="285750" indent="-285750" algn="l">
              <a:buFont typeface="Wingdings" pitchFamily="2" charset="2"/>
              <a:buChar char="v"/>
            </a:pPr>
            <a:r>
              <a:rPr lang="en-IN" b="1" i="0" dirty="0">
                <a:effectLst/>
                <a:latin typeface="system-ui"/>
              </a:rPr>
              <a:t>Most Used Distribution Channel</a:t>
            </a:r>
            <a:r>
              <a:rPr lang="en-IN" b="0" i="0" dirty="0">
                <a:effectLst/>
                <a:latin typeface="system-ui"/>
              </a:rPr>
              <a:t>:</a:t>
            </a:r>
            <a:br>
              <a:rPr lang="en-IN" b="0" i="0" dirty="0">
                <a:effectLst/>
                <a:latin typeface="system-ui"/>
              </a:rPr>
            </a:br>
            <a:r>
              <a:rPr lang="en-IN" b="0" i="0" dirty="0">
                <a:effectLst/>
                <a:latin typeface="system-ui"/>
              </a:rPr>
              <a:t>The most utilized distribution channel is </a:t>
            </a:r>
            <a:r>
              <a:rPr lang="en-IN" b="1" i="0" dirty="0">
                <a:effectLst/>
                <a:latin typeface="system-ui"/>
              </a:rPr>
              <a:t>TA/TO</a:t>
            </a:r>
            <a:r>
              <a:rPr lang="en-IN" b="0" i="0" dirty="0">
                <a:effectLst/>
                <a:latin typeface="system-ui"/>
              </a:rPr>
              <a:t>, accounting for </a:t>
            </a:r>
            <a:r>
              <a:rPr lang="en-IN" b="1" i="0" dirty="0">
                <a:effectLst/>
                <a:latin typeface="system-ui"/>
              </a:rPr>
              <a:t>79.1%</a:t>
            </a:r>
            <a:r>
              <a:rPr lang="en-IN" b="0" i="0" dirty="0">
                <a:effectLst/>
                <a:latin typeface="system-ui"/>
              </a:rPr>
              <a:t> of total bookings.</a:t>
            </a:r>
          </a:p>
          <a:p>
            <a:pPr marL="285750" indent="-285750" algn="l">
              <a:buFont typeface="Wingdings" pitchFamily="2" charset="2"/>
              <a:buChar char="v"/>
            </a:pPr>
            <a:r>
              <a:rPr lang="en-IN" b="1" i="0" dirty="0">
                <a:effectLst/>
                <a:latin typeface="system-ui"/>
              </a:rPr>
              <a:t>Seasonal ADR Trends</a:t>
            </a:r>
            <a:r>
              <a:rPr lang="en-IN" b="0" i="0" dirty="0">
                <a:effectLst/>
                <a:latin typeface="system-ui"/>
              </a:rPr>
              <a:t>:</a:t>
            </a:r>
            <a:br>
              <a:rPr lang="en-IN" b="0" i="0" dirty="0">
                <a:effectLst/>
                <a:latin typeface="system-ui"/>
              </a:rPr>
            </a:br>
            <a:r>
              <a:rPr lang="en-IN" b="0" i="0" dirty="0">
                <a:effectLst/>
                <a:latin typeface="system-ui"/>
              </a:rPr>
              <a:t>For resort hotels, the ADR peaks during </a:t>
            </a:r>
            <a:r>
              <a:rPr lang="en-IN" b="1" i="0" dirty="0">
                <a:effectLst/>
                <a:latin typeface="system-ui"/>
              </a:rPr>
              <a:t>June, July, and August</a:t>
            </a:r>
            <a:r>
              <a:rPr lang="en-IN" b="0" i="0" dirty="0">
                <a:effectLst/>
                <a:latin typeface="system-ui"/>
              </a:rPr>
              <a:t>, while city hotels exhibit relatively stable ADR throughout the year.</a:t>
            </a:r>
          </a:p>
          <a:p>
            <a:pPr marL="285750" indent="-285750" algn="l">
              <a:buFont typeface="Wingdings" pitchFamily="2" charset="2"/>
              <a:buChar char="v"/>
            </a:pPr>
            <a:r>
              <a:rPr lang="en-IN" b="1" i="0" dirty="0">
                <a:effectLst/>
                <a:latin typeface="system-ui"/>
              </a:rPr>
              <a:t>High Cancellation Rate</a:t>
            </a:r>
            <a:r>
              <a:rPr lang="en-IN" b="0" i="0" dirty="0">
                <a:effectLst/>
                <a:latin typeface="system-ui"/>
              </a:rPr>
              <a:t>:</a:t>
            </a:r>
            <a:br>
              <a:rPr lang="en-IN" b="0" i="0" dirty="0">
                <a:effectLst/>
                <a:latin typeface="system-ui"/>
              </a:rPr>
            </a:br>
            <a:r>
              <a:rPr lang="en-IN" b="0" i="0" dirty="0">
                <a:effectLst/>
                <a:latin typeface="system-ui"/>
              </a:rPr>
              <a:t>Approximately </a:t>
            </a:r>
            <a:r>
              <a:rPr lang="en-IN" b="1" i="0" dirty="0">
                <a:effectLst/>
                <a:latin typeface="system-ui"/>
              </a:rPr>
              <a:t>27.5%</a:t>
            </a:r>
            <a:r>
              <a:rPr lang="en-IN" b="0" i="0" dirty="0">
                <a:effectLst/>
                <a:latin typeface="system-ui"/>
              </a:rPr>
              <a:t> of all bookings are </a:t>
            </a:r>
            <a:r>
              <a:rPr lang="en-IN" b="0" i="0" dirty="0" err="1">
                <a:effectLst/>
                <a:latin typeface="system-ui"/>
              </a:rPr>
              <a:t>canceled</a:t>
            </a:r>
            <a:r>
              <a:rPr lang="en-IN" b="0" i="0" dirty="0">
                <a:effectLst/>
                <a:latin typeface="system-ui"/>
              </a:rPr>
              <a:t>, indicating a significant number of lost opportunities.</a:t>
            </a:r>
          </a:p>
          <a:p>
            <a:pPr marL="285750" indent="-285750" algn="l">
              <a:buFont typeface="Wingdings" pitchFamily="2" charset="2"/>
              <a:buChar char="v"/>
            </a:pPr>
            <a:r>
              <a:rPr lang="en-IN" b="1" i="0" dirty="0">
                <a:effectLst/>
                <a:latin typeface="system-ui"/>
              </a:rPr>
              <a:t>Most Preferred Room Type</a:t>
            </a:r>
            <a:r>
              <a:rPr lang="en-IN" b="0" i="0" dirty="0">
                <a:effectLst/>
                <a:latin typeface="system-ui"/>
              </a:rPr>
              <a:t>:</a:t>
            </a:r>
            <a:br>
              <a:rPr lang="en-IN" b="0" i="0" dirty="0">
                <a:effectLst/>
                <a:latin typeface="system-ui"/>
              </a:rPr>
            </a:br>
            <a:r>
              <a:rPr lang="en-IN" b="0" i="0" dirty="0">
                <a:effectLst/>
                <a:latin typeface="system-ui"/>
              </a:rPr>
              <a:t>Room type </a:t>
            </a:r>
            <a:r>
              <a:rPr lang="en-IN" b="1" i="0" dirty="0">
                <a:effectLst/>
                <a:latin typeface="system-ui"/>
              </a:rPr>
              <a:t>A</a:t>
            </a:r>
            <a:r>
              <a:rPr lang="en-IN" b="0" i="0" dirty="0">
                <a:effectLst/>
                <a:latin typeface="system-ui"/>
              </a:rPr>
              <a:t> is the most preferred by guests, showing the highest demand among all room types.</a:t>
            </a:r>
          </a:p>
          <a:p>
            <a:pPr marL="425450" lvl="0" indent="-2857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ingdings" pitchFamily="2" charset="2"/>
              <a:buChar char="v"/>
            </a:pPr>
            <a:endParaRPr dirty="0"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62"/>
          <p:cNvSpPr txBox="1">
            <a:spLocks noGrp="1"/>
          </p:cNvSpPr>
          <p:nvPr>
            <p:ph type="title"/>
          </p:nvPr>
        </p:nvSpPr>
        <p:spPr>
          <a:xfrm>
            <a:off x="735000" y="1040850"/>
            <a:ext cx="7674000" cy="306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n>
                  <a:solidFill>
                    <a:srgbClr val="000000"/>
                  </a:solidFill>
                </a:ln>
              </a:rPr>
              <a:t>Thank</a:t>
            </a:r>
            <a:r>
              <a:rPr lang="en" dirty="0"/>
              <a:t> </a:t>
            </a:r>
            <a:r>
              <a:rPr lang="en" dirty="0">
                <a:ln>
                  <a:solidFill>
                    <a:srgbClr val="000000"/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</a:rPr>
              <a:t>You</a:t>
            </a:r>
            <a:endParaRPr dirty="0">
              <a:ln>
                <a:solidFill>
                  <a:srgbClr val="000000"/>
                </a:solidFill>
              </a:ln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orean Language School by Slidesgo">
  <a:themeElements>
    <a:clrScheme name="Simple Light">
      <a:dk1>
        <a:srgbClr val="FE8175"/>
      </a:dk1>
      <a:lt1>
        <a:srgbClr val="3A4C68"/>
      </a:lt1>
      <a:dk2>
        <a:srgbClr val="FFFFFF"/>
      </a:dk2>
      <a:lt2>
        <a:srgbClr val="FFF5ED"/>
      </a:lt2>
      <a:accent1>
        <a:srgbClr val="617086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A4C6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2344</Words>
  <Application>Microsoft Macintosh PowerPoint</Application>
  <PresentationFormat>On-screen Show (16:9)</PresentationFormat>
  <Paragraphs>205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3" baseType="lpstr">
      <vt:lpstr>Times New Roman</vt:lpstr>
      <vt:lpstr>Montserrat</vt:lpstr>
      <vt:lpstr>Anaheim</vt:lpstr>
      <vt:lpstr>Arial</vt:lpstr>
      <vt:lpstr>Bernard MT Condensed</vt:lpstr>
      <vt:lpstr>Anton</vt:lpstr>
      <vt:lpstr>Wingdings</vt:lpstr>
      <vt:lpstr>system-ui</vt:lpstr>
      <vt:lpstr>PT Sans</vt:lpstr>
      <vt:lpstr>Arimo</vt:lpstr>
      <vt:lpstr>Playfair Display</vt:lpstr>
      <vt:lpstr>ACADEMY ENGRAVED LET PLAIN:1.0</vt:lpstr>
      <vt:lpstr>Korean Language School by Slidesgo</vt:lpstr>
      <vt:lpstr>Capstone Project   Hotel Booking Analysis - EDA</vt:lpstr>
      <vt:lpstr>Table of contents</vt:lpstr>
      <vt:lpstr>Agenda of Data Analysis</vt:lpstr>
      <vt:lpstr>PowerPoint Presentation</vt:lpstr>
      <vt:lpstr>Data Description</vt:lpstr>
      <vt:lpstr>Data Description</vt:lpstr>
      <vt:lpstr>Data Description</vt:lpstr>
      <vt:lpstr>Data Description</vt:lpstr>
      <vt:lpstr>Data Summary</vt:lpstr>
      <vt:lpstr>Points for Discussion</vt:lpstr>
      <vt:lpstr>Top Most Preferred Hotel  </vt:lpstr>
      <vt:lpstr>Most Preferred Hotel Rooms</vt:lpstr>
      <vt:lpstr>Average Daily Rate</vt:lpstr>
      <vt:lpstr>Average Daily Rate </vt:lpstr>
      <vt:lpstr>Repeated Vs Non-Repeated Guests</vt:lpstr>
      <vt:lpstr>Insights found</vt:lpstr>
      <vt:lpstr>Most Preferred Meal</vt:lpstr>
      <vt:lpstr>Maximum used Distribution Channel</vt:lpstr>
      <vt:lpstr>Distribution Channel Vs ADR</vt:lpstr>
      <vt:lpstr>Top Booking Months </vt:lpstr>
      <vt:lpstr>Top Booking Year  </vt:lpstr>
      <vt:lpstr>Optimal Stay Length</vt:lpstr>
      <vt:lpstr>Optimal Stay Length</vt:lpstr>
      <vt:lpstr>Confirmation Vs Cancellation </vt:lpstr>
      <vt:lpstr>Mostly Arrived Customers/ Visitors</vt:lpstr>
      <vt:lpstr>Overall Stats (Co-relation Heatmap)</vt:lpstr>
      <vt:lpstr>Insight Found from the Heat Map</vt:lpstr>
      <vt:lpstr>Conclusion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  Hotel Booking Analysis - EDA</dc:title>
  <cp:lastModifiedBy>suraj senapati</cp:lastModifiedBy>
  <cp:revision>2</cp:revision>
  <dcterms:modified xsi:type="dcterms:W3CDTF">2025-01-27T16:14:16Z</dcterms:modified>
</cp:coreProperties>
</file>